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3"/>
    <p:sldMasterId id="2147483652" r:id="rId4"/>
    <p:sldMasterId id="2147483654" r:id="rId5"/>
  </p:sldMasterIdLst>
  <p:notesMasterIdLst>
    <p:notesMasterId r:id="rId7"/>
  </p:notesMasterIdLst>
  <p:handoutMasterIdLst>
    <p:handoutMasterId r:id="rId8"/>
  </p:handoutMasterIdLst>
  <p:sldIdLst>
    <p:sldId id="264" r:id="rId6"/>
  </p:sldIdLst>
  <p:sldSz cx="51206400" cy="32918400"/>
  <p:notesSz cx="6858000" cy="9144000"/>
  <p:defaultTextStyle>
    <a:defPPr>
      <a:defRPr lang="en-US"/>
    </a:defPPr>
    <a:lvl1pPr marL="0" algn="l" defTabSz="4389120" rtl="0" eaLnBrk="1" latinLnBrk="0" hangingPunct="1">
      <a:defRPr sz="8600" kern="1200">
        <a:solidFill>
          <a:schemeClr val="tx1"/>
        </a:solidFill>
        <a:latin typeface="+mn-lt"/>
        <a:ea typeface="+mn-ea"/>
        <a:cs typeface="+mn-cs"/>
      </a:defRPr>
    </a:lvl1pPr>
    <a:lvl2pPr marL="2194560" algn="l" defTabSz="4389120" rtl="0" eaLnBrk="1" latinLnBrk="0" hangingPunct="1">
      <a:defRPr sz="8600" kern="1200">
        <a:solidFill>
          <a:schemeClr val="tx1"/>
        </a:solidFill>
        <a:latin typeface="+mn-lt"/>
        <a:ea typeface="+mn-ea"/>
        <a:cs typeface="+mn-cs"/>
      </a:defRPr>
    </a:lvl2pPr>
    <a:lvl3pPr marL="4389120" algn="l" defTabSz="4389120" rtl="0" eaLnBrk="1" latinLnBrk="0" hangingPunct="1">
      <a:defRPr sz="8600" kern="1200">
        <a:solidFill>
          <a:schemeClr val="tx1"/>
        </a:solidFill>
        <a:latin typeface="+mn-lt"/>
        <a:ea typeface="+mn-ea"/>
        <a:cs typeface="+mn-cs"/>
      </a:defRPr>
    </a:lvl3pPr>
    <a:lvl4pPr marL="6583045" algn="l" defTabSz="4389120" rtl="0" eaLnBrk="1" latinLnBrk="0" hangingPunct="1">
      <a:defRPr sz="8600" kern="1200">
        <a:solidFill>
          <a:schemeClr val="tx1"/>
        </a:solidFill>
        <a:latin typeface="+mn-lt"/>
        <a:ea typeface="+mn-ea"/>
        <a:cs typeface="+mn-cs"/>
      </a:defRPr>
    </a:lvl4pPr>
    <a:lvl5pPr marL="8777605" algn="l" defTabSz="4389120" rtl="0" eaLnBrk="1" latinLnBrk="0" hangingPunct="1">
      <a:defRPr sz="8600" kern="1200">
        <a:solidFill>
          <a:schemeClr val="tx1"/>
        </a:solidFill>
        <a:latin typeface="+mn-lt"/>
        <a:ea typeface="+mn-ea"/>
        <a:cs typeface="+mn-cs"/>
      </a:defRPr>
    </a:lvl5pPr>
    <a:lvl6pPr marL="10972165" algn="l" defTabSz="4389120" rtl="0" eaLnBrk="1" latinLnBrk="0" hangingPunct="1">
      <a:defRPr sz="8600" kern="1200">
        <a:solidFill>
          <a:schemeClr val="tx1"/>
        </a:solidFill>
        <a:latin typeface="+mn-lt"/>
        <a:ea typeface="+mn-ea"/>
        <a:cs typeface="+mn-cs"/>
      </a:defRPr>
    </a:lvl6pPr>
    <a:lvl7pPr marL="13166725" algn="l" defTabSz="4389120" rtl="0" eaLnBrk="1" latinLnBrk="0" hangingPunct="1">
      <a:defRPr sz="8600" kern="1200">
        <a:solidFill>
          <a:schemeClr val="tx1"/>
        </a:solidFill>
        <a:latin typeface="+mn-lt"/>
        <a:ea typeface="+mn-ea"/>
        <a:cs typeface="+mn-cs"/>
      </a:defRPr>
    </a:lvl7pPr>
    <a:lvl8pPr marL="15361285" algn="l" defTabSz="4389120" rtl="0" eaLnBrk="1" latinLnBrk="0" hangingPunct="1">
      <a:defRPr sz="8600" kern="1200">
        <a:solidFill>
          <a:schemeClr val="tx1"/>
        </a:solidFill>
        <a:latin typeface="+mn-lt"/>
        <a:ea typeface="+mn-ea"/>
        <a:cs typeface="+mn-cs"/>
      </a:defRPr>
    </a:lvl8pPr>
    <a:lvl9pPr marL="17555845" algn="l" defTabSz="4389120" rtl="0" eaLnBrk="1" latinLnBrk="0" hangingPunct="1">
      <a:defRPr sz="8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18" userDrawn="1">
          <p15:clr>
            <a:srgbClr val="A4A3A4"/>
          </p15:clr>
        </p15:guide>
        <p15:guide id="2" orient="horz" pos="288" userDrawn="1">
          <p15:clr>
            <a:srgbClr val="A4A3A4"/>
          </p15:clr>
        </p15:guide>
        <p15:guide id="3" orient="horz" pos="20160" userDrawn="1">
          <p15:clr>
            <a:srgbClr val="A4A3A4"/>
          </p15:clr>
        </p15:guide>
        <p15:guide id="4" orient="horz" pos="0" userDrawn="1">
          <p15:clr>
            <a:srgbClr val="A4A3A4"/>
          </p15:clr>
        </p15:guide>
        <p15:guide id="5" pos="334" userDrawn="1">
          <p15:clr>
            <a:srgbClr val="A4A3A4"/>
          </p15:clr>
        </p15:guide>
        <p15:guide id="6" pos="3193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4912A37-A5C9-5966-99E5-D2BA201C8AFD}" name="Station 5" initials="S5" userId="9c56d5c463b22532"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3864"/>
    <a:srgbClr val="FFC000"/>
    <a:srgbClr val="CFCFCF"/>
    <a:srgbClr val="F03987"/>
    <a:srgbClr val="225EAC"/>
    <a:srgbClr val="FBF9F9"/>
    <a:srgbClr val="EF312F"/>
    <a:srgbClr val="FC6433"/>
    <a:srgbClr val="EB602E"/>
    <a:srgbClr val="EB5D3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266" autoAdjust="0"/>
    <p:restoredTop sz="97179" autoAdjust="0"/>
  </p:normalViewPr>
  <p:slideViewPr>
    <p:cSldViewPr snapToGrid="0" snapToObjects="1" showGuides="1">
      <p:cViewPr varScale="1">
        <p:scale>
          <a:sx n="22" d="100"/>
          <a:sy n="22" d="100"/>
        </p:scale>
        <p:origin x="2584" y="664"/>
      </p:cViewPr>
      <p:guideLst>
        <p:guide orient="horz" pos="3318"/>
        <p:guide orient="horz" pos="288"/>
        <p:guide orient="horz" pos="20160"/>
        <p:guide orient="horz"/>
        <p:guide pos="334"/>
        <p:guide pos="3193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snapToObjects="1" showGuides="1">
      <p:cViewPr varScale="1">
        <p:scale>
          <a:sx n="147" d="100"/>
          <a:sy n="147" d="100"/>
        </p:scale>
        <p:origin x="6296" y="2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presProps" Target="presProps.xml"/><Relationship Id="rId8" Type="http://schemas.openxmlformats.org/officeDocument/2006/relationships/handoutMaster" Target="handoutMasters/handoutMaster1.xml"/><Relationship Id="rId7" Type="http://schemas.openxmlformats.org/officeDocument/2006/relationships/notesMaster" Target="notesMasters/notesMaster1.xml"/><Relationship Id="rId6" Type="http://schemas.openxmlformats.org/officeDocument/2006/relationships/slide" Target="slides/slide1.xml"/><Relationship Id="rId5" Type="http://schemas.openxmlformats.org/officeDocument/2006/relationships/slideMaster" Target="slideMasters/slideMaster4.xml"/><Relationship Id="rId4" Type="http://schemas.openxmlformats.org/officeDocument/2006/relationships/slideMaster" Target="slideMasters/slideMaster3.xml"/><Relationship Id="rId3" Type="http://schemas.openxmlformats.org/officeDocument/2006/relationships/slideMaster" Target="slideMasters/slideMaster2.xml"/><Relationship Id="rId2" Type="http://schemas.openxmlformats.org/officeDocument/2006/relationships/theme" Target="theme/theme1.xml"/><Relationship Id="rId12" Type="http://schemas.microsoft.com/office/2018/10/relationships/authors" Target="authors.xml"/><Relationship Id="rId11" Type="http://schemas.openxmlformats.org/officeDocument/2006/relationships/tableStyles" Target="tableStyles.xml"/><Relationship Id="rId10" Type="http://schemas.openxmlformats.org/officeDocument/2006/relationships/viewProps" Target="viewProps.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158C5BC-9A70-462C-B28D-9600239EAC64}" type="datetimeFigureOut">
              <a:rPr lang="en-US" smtClean="0"/>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C131B7-05CA-4AEE-9267-6D0ED4DC84F3}"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fld>
            <a:endParaRPr lang="en-US" dirty="0"/>
          </a:p>
        </p:txBody>
      </p:sp>
      <p:sp>
        <p:nvSpPr>
          <p:cNvPr id="4" name="Slide Image Placeholder 3"/>
          <p:cNvSpPr>
            <a:spLocks noGrp="1" noRot="1" noChangeAspect="1"/>
          </p:cNvSpPr>
          <p:nvPr>
            <p:ph type="sldImg" idx="2"/>
          </p:nvPr>
        </p:nvSpPr>
        <p:spPr>
          <a:xfrm>
            <a:off x="762000" y="685800"/>
            <a:ext cx="5334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fld>
            <a:endParaRPr lang="en-US" dirty="0"/>
          </a:p>
        </p:txBody>
      </p:sp>
    </p:spTree>
  </p:cSld>
  <p:clrMap bg1="lt1" tx1="dk1" bg2="lt2" tx2="dk2" accent1="accent1" accent2="accent2" accent3="accent3" accent4="accent4" accent5="accent5" accent6="accent6" hlink="hlink" folHlink="folHlink"/>
  <p:notesStyle>
    <a:lvl1pPr marL="0" algn="l" defTabSz="4389120" rtl="0" eaLnBrk="1" latinLnBrk="0" hangingPunct="1">
      <a:defRPr sz="5800" kern="1200">
        <a:solidFill>
          <a:schemeClr val="tx1"/>
        </a:solidFill>
        <a:latin typeface="+mn-lt"/>
        <a:ea typeface="+mn-ea"/>
        <a:cs typeface="+mn-cs"/>
      </a:defRPr>
    </a:lvl1pPr>
    <a:lvl2pPr marL="2194560" algn="l" defTabSz="4389120" rtl="0" eaLnBrk="1" latinLnBrk="0" hangingPunct="1">
      <a:defRPr sz="5800" kern="1200">
        <a:solidFill>
          <a:schemeClr val="tx1"/>
        </a:solidFill>
        <a:latin typeface="+mn-lt"/>
        <a:ea typeface="+mn-ea"/>
        <a:cs typeface="+mn-cs"/>
      </a:defRPr>
    </a:lvl2pPr>
    <a:lvl3pPr marL="4389120" algn="l" defTabSz="4389120" rtl="0" eaLnBrk="1" latinLnBrk="0" hangingPunct="1">
      <a:defRPr sz="5800" kern="1200">
        <a:solidFill>
          <a:schemeClr val="tx1"/>
        </a:solidFill>
        <a:latin typeface="+mn-lt"/>
        <a:ea typeface="+mn-ea"/>
        <a:cs typeface="+mn-cs"/>
      </a:defRPr>
    </a:lvl3pPr>
    <a:lvl4pPr marL="6583045" algn="l" defTabSz="4389120" rtl="0" eaLnBrk="1" latinLnBrk="0" hangingPunct="1">
      <a:defRPr sz="5800" kern="1200">
        <a:solidFill>
          <a:schemeClr val="tx1"/>
        </a:solidFill>
        <a:latin typeface="+mn-lt"/>
        <a:ea typeface="+mn-ea"/>
        <a:cs typeface="+mn-cs"/>
      </a:defRPr>
    </a:lvl4pPr>
    <a:lvl5pPr marL="8777605" algn="l" defTabSz="4389120" rtl="0" eaLnBrk="1" latinLnBrk="0" hangingPunct="1">
      <a:defRPr sz="5800" kern="1200">
        <a:solidFill>
          <a:schemeClr val="tx1"/>
        </a:solidFill>
        <a:latin typeface="+mn-lt"/>
        <a:ea typeface="+mn-ea"/>
        <a:cs typeface="+mn-cs"/>
      </a:defRPr>
    </a:lvl5pPr>
    <a:lvl6pPr marL="10972165" algn="l" defTabSz="4389120" rtl="0" eaLnBrk="1" latinLnBrk="0" hangingPunct="1">
      <a:defRPr sz="5800" kern="1200">
        <a:solidFill>
          <a:schemeClr val="tx1"/>
        </a:solidFill>
        <a:latin typeface="+mn-lt"/>
        <a:ea typeface="+mn-ea"/>
        <a:cs typeface="+mn-cs"/>
      </a:defRPr>
    </a:lvl6pPr>
    <a:lvl7pPr marL="13166725" algn="l" defTabSz="4389120" rtl="0" eaLnBrk="1" latinLnBrk="0" hangingPunct="1">
      <a:defRPr sz="5800" kern="1200">
        <a:solidFill>
          <a:schemeClr val="tx1"/>
        </a:solidFill>
        <a:latin typeface="+mn-lt"/>
        <a:ea typeface="+mn-ea"/>
        <a:cs typeface="+mn-cs"/>
      </a:defRPr>
    </a:lvl7pPr>
    <a:lvl8pPr marL="15361285" algn="l" defTabSz="4389120" rtl="0" eaLnBrk="1" latinLnBrk="0" hangingPunct="1">
      <a:defRPr sz="5800" kern="1200">
        <a:solidFill>
          <a:schemeClr val="tx1"/>
        </a:solidFill>
        <a:latin typeface="+mn-lt"/>
        <a:ea typeface="+mn-ea"/>
        <a:cs typeface="+mn-cs"/>
      </a:defRPr>
    </a:lvl8pPr>
    <a:lvl9pPr marL="17555845" algn="l" defTabSz="4389120" rtl="0" eaLnBrk="1" latinLnBrk="0" hangingPunct="1">
      <a:defRPr sz="58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4-column layout">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543049" y="6380023"/>
            <a:ext cx="11977435" cy="910548"/>
          </a:xfrm>
          <a:prstGeom prst="rect">
            <a:avLst/>
          </a:prstGeom>
        </p:spPr>
        <p:txBody>
          <a:bodyPr wrap="square" lIns="228589" tIns="228589" rIns="228589" bIns="228589">
            <a:spAutoFit/>
          </a:bodyPr>
          <a:lstStyle>
            <a:lvl1pPr marL="0" indent="0">
              <a:buNone/>
              <a:defRPr sz="2915">
                <a:solidFill>
                  <a:schemeClr val="accent5">
                    <a:lumMod val="50000"/>
                  </a:schemeClr>
                </a:solidFill>
                <a:latin typeface="Century Gothic" panose="020B0502020202020204" pitchFamily="34" charset="0"/>
                <a:cs typeface="Times New Roman" panose="02020603050405020304" pitchFamily="18" charset="0"/>
              </a:defRPr>
            </a:lvl1pPr>
            <a:lvl2pPr marL="1733550" indent="-666750">
              <a:defRPr sz="2915">
                <a:latin typeface="Trebuchet MS" panose="020B0603020202020204" pitchFamily="34" charset="0"/>
              </a:defRPr>
            </a:lvl2pPr>
            <a:lvl3pPr marL="2400300" indent="-666750">
              <a:defRPr sz="2915">
                <a:latin typeface="Trebuchet MS" panose="020B0603020202020204" pitchFamily="34" charset="0"/>
              </a:defRPr>
            </a:lvl3pPr>
            <a:lvl4pPr marL="3133725" indent="-733425">
              <a:defRPr sz="2915">
                <a:latin typeface="Trebuchet MS" panose="020B0603020202020204" pitchFamily="34" charset="0"/>
              </a:defRPr>
            </a:lvl4pPr>
            <a:lvl5pPr marL="3667125" indent="-533400">
              <a:defRPr sz="2915">
                <a:latin typeface="Trebuchet MS" panose="020B0603020202020204" pitchFamily="34" charset="0"/>
              </a:defRPr>
            </a:lvl5pPr>
          </a:lstStyle>
          <a:p>
            <a:pPr lvl="0"/>
            <a:r>
              <a:rPr lang="en-US" dirty="0"/>
              <a:t>Type in or paste your text here</a:t>
            </a:r>
            <a:endParaRPr lang="en-US" dirty="0"/>
          </a:p>
        </p:txBody>
      </p:sp>
      <p:sp>
        <p:nvSpPr>
          <p:cNvPr id="6" name="Text Placeholder 5"/>
          <p:cNvSpPr>
            <a:spLocks noGrp="1"/>
          </p:cNvSpPr>
          <p:nvPr>
            <p:ph type="body" sz="quarter" idx="11" hasCustomPrompt="1"/>
          </p:nvPr>
        </p:nvSpPr>
        <p:spPr>
          <a:xfrm>
            <a:off x="547412" y="5518887"/>
            <a:ext cx="11973072" cy="754045"/>
          </a:xfrm>
          <a:prstGeom prst="rect">
            <a:avLst/>
          </a:prstGeom>
          <a:noFill/>
        </p:spPr>
        <p:txBody>
          <a:bodyPr wrap="square" lIns="91436" tIns="91436" rIns="91436" bIns="91436" anchor="t" anchorCtr="0">
            <a:spAutoFit/>
          </a:bodyPr>
          <a:lstStyle>
            <a:lvl1pPr marL="0" indent="0" algn="l">
              <a:buNone/>
              <a:defRPr sz="3735" b="1" u="sng" baseline="0">
                <a:solidFill>
                  <a:srgbClr val="225EAC"/>
                </a:solidFill>
                <a:latin typeface="Century Gothic" panose="020B0502020202020204" pitchFamily="34" charset="0"/>
              </a:defRPr>
            </a:lvl1pPr>
          </a:lstStyle>
          <a:p>
            <a:pPr lvl="0"/>
            <a:r>
              <a:rPr lang="en-US" dirty="0"/>
              <a:t>(click to edit) INTRODUCTION or ABSTRACT</a:t>
            </a:r>
            <a:endParaRPr lang="en-US" dirty="0"/>
          </a:p>
        </p:txBody>
      </p:sp>
      <p:sp>
        <p:nvSpPr>
          <p:cNvPr id="20" name="Text Placeholder 5"/>
          <p:cNvSpPr>
            <a:spLocks noGrp="1"/>
          </p:cNvSpPr>
          <p:nvPr>
            <p:ph type="body" sz="quarter" idx="20" hasCustomPrompt="1"/>
          </p:nvPr>
        </p:nvSpPr>
        <p:spPr>
          <a:xfrm>
            <a:off x="533400" y="14212514"/>
            <a:ext cx="12001499" cy="759110"/>
          </a:xfrm>
          <a:prstGeom prst="rect">
            <a:avLst/>
          </a:prstGeom>
          <a:noFill/>
        </p:spPr>
        <p:txBody>
          <a:bodyPr wrap="square" lIns="91436" tIns="91436" rIns="91436" bIns="91436" anchor="t" anchorCtr="0">
            <a:spAutoFit/>
          </a:bodyPr>
          <a:lstStyle>
            <a:lvl1pPr marL="0" indent="0" algn="l">
              <a:buNone/>
              <a:defRPr sz="3735" b="1" u="sng" baseline="0">
                <a:solidFill>
                  <a:srgbClr val="225EAC"/>
                </a:solidFill>
                <a:latin typeface="Century Gothic" panose="020B0502020202020204" pitchFamily="34" charset="0"/>
              </a:defRPr>
            </a:lvl1pPr>
          </a:lstStyle>
          <a:p>
            <a:pPr lvl="0"/>
            <a:r>
              <a:rPr lang="en-US" dirty="0"/>
              <a:t>(click to edit)  OBJECTIVES</a:t>
            </a:r>
            <a:endParaRPr lang="en-US" dirty="0"/>
          </a:p>
        </p:txBody>
      </p:sp>
      <p:sp>
        <p:nvSpPr>
          <p:cNvPr id="21" name="Text Placeholder 3"/>
          <p:cNvSpPr>
            <a:spLocks noGrp="1"/>
          </p:cNvSpPr>
          <p:nvPr>
            <p:ph type="body" sz="quarter" idx="21" hasCustomPrompt="1"/>
          </p:nvPr>
        </p:nvSpPr>
        <p:spPr>
          <a:xfrm>
            <a:off x="13334999" y="6378482"/>
            <a:ext cx="11868149" cy="910548"/>
          </a:xfrm>
          <a:prstGeom prst="rect">
            <a:avLst/>
          </a:prstGeom>
        </p:spPr>
        <p:txBody>
          <a:bodyPr wrap="square" lIns="228589" tIns="228589" rIns="228589" bIns="228589">
            <a:spAutoFit/>
          </a:bodyPr>
          <a:lstStyle>
            <a:lvl1pPr marL="0" indent="0">
              <a:buNone/>
              <a:defRPr sz="2915">
                <a:solidFill>
                  <a:schemeClr val="accent5">
                    <a:lumMod val="50000"/>
                  </a:schemeClr>
                </a:solidFill>
                <a:latin typeface="Century Gothic" panose="020B0502020202020204" pitchFamily="34" charset="0"/>
                <a:cs typeface="Times New Roman" panose="02020603050405020304" pitchFamily="18" charset="0"/>
              </a:defRPr>
            </a:lvl1pPr>
            <a:lvl2pPr marL="1733550" indent="-666750">
              <a:defRPr sz="2915">
                <a:latin typeface="Trebuchet MS" panose="020B0603020202020204" pitchFamily="34" charset="0"/>
              </a:defRPr>
            </a:lvl2pPr>
            <a:lvl3pPr marL="2400300" indent="-666750">
              <a:defRPr sz="2915">
                <a:latin typeface="Trebuchet MS" panose="020B0603020202020204" pitchFamily="34" charset="0"/>
              </a:defRPr>
            </a:lvl3pPr>
            <a:lvl4pPr marL="3133725" indent="-733425">
              <a:defRPr sz="2915">
                <a:latin typeface="Trebuchet MS" panose="020B0603020202020204" pitchFamily="34" charset="0"/>
              </a:defRPr>
            </a:lvl4pPr>
            <a:lvl5pPr marL="3667125" indent="-533400">
              <a:defRPr sz="2915">
                <a:latin typeface="Trebuchet MS" panose="020B0603020202020204" pitchFamily="34" charset="0"/>
              </a:defRPr>
            </a:lvl5pPr>
          </a:lstStyle>
          <a:p>
            <a:pPr lvl="0"/>
            <a:r>
              <a:rPr lang="en-US" dirty="0"/>
              <a:t>Type in or paste your text here</a:t>
            </a:r>
            <a:endParaRPr lang="en-US" dirty="0"/>
          </a:p>
        </p:txBody>
      </p:sp>
      <p:sp>
        <p:nvSpPr>
          <p:cNvPr id="22" name="Text Placeholder 5"/>
          <p:cNvSpPr>
            <a:spLocks noGrp="1"/>
          </p:cNvSpPr>
          <p:nvPr>
            <p:ph type="body" sz="quarter" idx="22" hasCustomPrompt="1"/>
          </p:nvPr>
        </p:nvSpPr>
        <p:spPr>
          <a:xfrm>
            <a:off x="13325272" y="5524500"/>
            <a:ext cx="11868148" cy="754045"/>
          </a:xfrm>
          <a:prstGeom prst="rect">
            <a:avLst/>
          </a:prstGeom>
          <a:noFill/>
        </p:spPr>
        <p:txBody>
          <a:bodyPr wrap="square" lIns="91436" tIns="91436" rIns="91436" bIns="91436" anchor="t" anchorCtr="0">
            <a:spAutoFit/>
          </a:bodyPr>
          <a:lstStyle>
            <a:lvl1pPr marL="0" indent="0" algn="l">
              <a:buNone/>
              <a:defRPr sz="3735" b="1" u="sng" baseline="0">
                <a:solidFill>
                  <a:srgbClr val="225EAC"/>
                </a:solidFill>
                <a:latin typeface="Century Gothic" panose="020B0502020202020204" pitchFamily="34" charset="0"/>
              </a:defRPr>
            </a:lvl1pPr>
          </a:lstStyle>
          <a:p>
            <a:pPr lvl="0"/>
            <a:r>
              <a:rPr lang="en-US" dirty="0"/>
              <a:t>(click to edit)  MATERIALS &amp; METHODS</a:t>
            </a:r>
            <a:endParaRPr lang="en-US" dirty="0"/>
          </a:p>
        </p:txBody>
      </p:sp>
      <p:sp>
        <p:nvSpPr>
          <p:cNvPr id="23" name="Text Placeholder 3"/>
          <p:cNvSpPr>
            <a:spLocks noGrp="1"/>
          </p:cNvSpPr>
          <p:nvPr>
            <p:ph type="body" sz="quarter" idx="23" hasCustomPrompt="1"/>
          </p:nvPr>
        </p:nvSpPr>
        <p:spPr>
          <a:xfrm>
            <a:off x="26012983" y="6322684"/>
            <a:ext cx="11899007" cy="910548"/>
          </a:xfrm>
          <a:prstGeom prst="rect">
            <a:avLst/>
          </a:prstGeom>
        </p:spPr>
        <p:txBody>
          <a:bodyPr wrap="square" lIns="228589" tIns="228589" rIns="228589" bIns="228589">
            <a:spAutoFit/>
          </a:bodyPr>
          <a:lstStyle>
            <a:lvl1pPr marL="0" indent="0">
              <a:buNone/>
              <a:defRPr sz="2915">
                <a:solidFill>
                  <a:schemeClr val="accent5">
                    <a:lumMod val="50000"/>
                  </a:schemeClr>
                </a:solidFill>
                <a:latin typeface="Century Gothic" panose="020B0502020202020204" pitchFamily="34" charset="0"/>
                <a:cs typeface="Times New Roman" panose="02020603050405020304" pitchFamily="18" charset="0"/>
              </a:defRPr>
            </a:lvl1pPr>
            <a:lvl2pPr marL="1733550" indent="-666750">
              <a:defRPr sz="2915">
                <a:latin typeface="Trebuchet MS" panose="020B0603020202020204" pitchFamily="34" charset="0"/>
              </a:defRPr>
            </a:lvl2pPr>
            <a:lvl3pPr marL="2400300" indent="-666750">
              <a:defRPr sz="2915">
                <a:latin typeface="Trebuchet MS" panose="020B0603020202020204" pitchFamily="34" charset="0"/>
              </a:defRPr>
            </a:lvl3pPr>
            <a:lvl4pPr marL="3133725" indent="-733425">
              <a:defRPr sz="2915">
                <a:latin typeface="Trebuchet MS" panose="020B0603020202020204" pitchFamily="34" charset="0"/>
              </a:defRPr>
            </a:lvl4pPr>
            <a:lvl5pPr marL="3667125" indent="-533400">
              <a:defRPr sz="2915">
                <a:latin typeface="Trebuchet MS" panose="020B0603020202020204" pitchFamily="34" charset="0"/>
              </a:defRPr>
            </a:lvl5pPr>
          </a:lstStyle>
          <a:p>
            <a:pPr lvl="0"/>
            <a:r>
              <a:rPr lang="en-US" dirty="0"/>
              <a:t>Type in or paste your text here</a:t>
            </a:r>
            <a:endParaRPr lang="en-US" dirty="0"/>
          </a:p>
        </p:txBody>
      </p:sp>
      <p:sp>
        <p:nvSpPr>
          <p:cNvPr id="24" name="Text Placeholder 5"/>
          <p:cNvSpPr>
            <a:spLocks noGrp="1"/>
          </p:cNvSpPr>
          <p:nvPr>
            <p:ph type="body" sz="quarter" idx="24" hasCustomPrompt="1"/>
          </p:nvPr>
        </p:nvSpPr>
        <p:spPr>
          <a:xfrm>
            <a:off x="26007112" y="5518886"/>
            <a:ext cx="11908737" cy="754045"/>
          </a:xfrm>
          <a:prstGeom prst="rect">
            <a:avLst/>
          </a:prstGeom>
          <a:noFill/>
        </p:spPr>
        <p:txBody>
          <a:bodyPr wrap="square" lIns="91436" tIns="91436" rIns="91436" bIns="91436" anchor="t" anchorCtr="0">
            <a:spAutoFit/>
          </a:bodyPr>
          <a:lstStyle>
            <a:lvl1pPr marL="0" indent="0" algn="l">
              <a:buNone/>
              <a:defRPr sz="3735" b="1" u="sng" baseline="0">
                <a:solidFill>
                  <a:srgbClr val="225EAC"/>
                </a:solidFill>
                <a:latin typeface="Century Gothic" panose="020B0502020202020204" pitchFamily="34" charset="0"/>
              </a:defRPr>
            </a:lvl1pPr>
          </a:lstStyle>
          <a:p>
            <a:pPr lvl="0"/>
            <a:r>
              <a:rPr lang="en-US" dirty="0"/>
              <a:t>(click to edit)  RESULTS</a:t>
            </a:r>
            <a:endParaRPr lang="en-US" dirty="0"/>
          </a:p>
        </p:txBody>
      </p:sp>
      <p:sp>
        <p:nvSpPr>
          <p:cNvPr id="25" name="Text Placeholder 5"/>
          <p:cNvSpPr>
            <a:spLocks noGrp="1"/>
          </p:cNvSpPr>
          <p:nvPr>
            <p:ph type="body" sz="quarter" idx="25" hasCustomPrompt="1"/>
          </p:nvPr>
        </p:nvSpPr>
        <p:spPr>
          <a:xfrm>
            <a:off x="38725680" y="5524501"/>
            <a:ext cx="11966781" cy="754045"/>
          </a:xfrm>
          <a:prstGeom prst="rect">
            <a:avLst/>
          </a:prstGeom>
          <a:noFill/>
        </p:spPr>
        <p:txBody>
          <a:bodyPr wrap="square" lIns="91436" tIns="91436" rIns="91436" bIns="91436" anchor="t" anchorCtr="0">
            <a:spAutoFit/>
          </a:bodyPr>
          <a:lstStyle>
            <a:lvl1pPr marL="0" indent="0" algn="l">
              <a:buNone/>
              <a:defRPr sz="3735" b="1" u="sng" baseline="0">
                <a:solidFill>
                  <a:srgbClr val="225EAC"/>
                </a:solidFill>
                <a:latin typeface="Century Gothic" panose="020B0502020202020204" pitchFamily="34" charset="0"/>
              </a:defRPr>
            </a:lvl1pPr>
          </a:lstStyle>
          <a:p>
            <a:pPr lvl="0"/>
            <a:r>
              <a:rPr lang="en-US" dirty="0"/>
              <a:t>(click to edit)  CONCLUSIONS</a:t>
            </a:r>
            <a:endParaRPr lang="en-US" dirty="0"/>
          </a:p>
        </p:txBody>
      </p:sp>
      <p:sp>
        <p:nvSpPr>
          <p:cNvPr id="26" name="Text Placeholder 3"/>
          <p:cNvSpPr>
            <a:spLocks noGrp="1"/>
          </p:cNvSpPr>
          <p:nvPr>
            <p:ph type="body" sz="quarter" idx="26" hasCustomPrompt="1"/>
          </p:nvPr>
        </p:nvSpPr>
        <p:spPr>
          <a:xfrm>
            <a:off x="38715950" y="6340342"/>
            <a:ext cx="11976510" cy="910548"/>
          </a:xfrm>
          <a:prstGeom prst="rect">
            <a:avLst/>
          </a:prstGeom>
        </p:spPr>
        <p:txBody>
          <a:bodyPr wrap="square" lIns="228589" tIns="228589" rIns="228589" bIns="228589">
            <a:spAutoFit/>
          </a:bodyPr>
          <a:lstStyle>
            <a:lvl1pPr marL="0" indent="0">
              <a:buNone/>
              <a:defRPr sz="2915">
                <a:solidFill>
                  <a:schemeClr val="accent5">
                    <a:lumMod val="50000"/>
                  </a:schemeClr>
                </a:solidFill>
                <a:latin typeface="Century Gothic" panose="020B0502020202020204" pitchFamily="34" charset="0"/>
                <a:cs typeface="Times New Roman" panose="02020603050405020304" pitchFamily="18" charset="0"/>
              </a:defRPr>
            </a:lvl1pPr>
            <a:lvl2pPr marL="1733550" indent="-666750">
              <a:defRPr sz="2915">
                <a:latin typeface="Trebuchet MS" panose="020B0603020202020204" pitchFamily="34" charset="0"/>
              </a:defRPr>
            </a:lvl2pPr>
            <a:lvl3pPr marL="2400300" indent="-666750">
              <a:defRPr sz="2915">
                <a:latin typeface="Trebuchet MS" panose="020B0603020202020204" pitchFamily="34" charset="0"/>
              </a:defRPr>
            </a:lvl3pPr>
            <a:lvl4pPr marL="3133725" indent="-733425">
              <a:defRPr sz="2915">
                <a:latin typeface="Trebuchet MS" panose="020B0603020202020204" pitchFamily="34" charset="0"/>
              </a:defRPr>
            </a:lvl4pPr>
            <a:lvl5pPr marL="3667125" indent="-533400">
              <a:defRPr sz="2915">
                <a:latin typeface="Trebuchet MS" panose="020B0603020202020204" pitchFamily="34" charset="0"/>
              </a:defRPr>
            </a:lvl5pPr>
          </a:lstStyle>
          <a:p>
            <a:pPr lvl="0"/>
            <a:r>
              <a:rPr lang="en-US" dirty="0"/>
              <a:t>Type in or paste your text here</a:t>
            </a:r>
            <a:endParaRPr lang="en-US" dirty="0"/>
          </a:p>
        </p:txBody>
      </p:sp>
      <p:sp>
        <p:nvSpPr>
          <p:cNvPr id="27" name="Text Placeholder 5"/>
          <p:cNvSpPr>
            <a:spLocks noGrp="1"/>
          </p:cNvSpPr>
          <p:nvPr>
            <p:ph type="body" sz="quarter" idx="27" hasCustomPrompt="1"/>
          </p:nvPr>
        </p:nvSpPr>
        <p:spPr>
          <a:xfrm>
            <a:off x="38745141" y="19594287"/>
            <a:ext cx="11957050" cy="754045"/>
          </a:xfrm>
          <a:prstGeom prst="rect">
            <a:avLst/>
          </a:prstGeom>
          <a:noFill/>
        </p:spPr>
        <p:txBody>
          <a:bodyPr wrap="square" lIns="91436" tIns="91436" rIns="91436" bIns="91436" anchor="t" anchorCtr="0">
            <a:spAutoFit/>
          </a:bodyPr>
          <a:lstStyle>
            <a:lvl1pPr marL="0" indent="0" algn="l">
              <a:buNone/>
              <a:defRPr sz="3735" b="1" u="sng" baseline="0">
                <a:solidFill>
                  <a:srgbClr val="225EAC"/>
                </a:solidFill>
                <a:latin typeface="Century Gothic" panose="020B0502020202020204" pitchFamily="34" charset="0"/>
              </a:defRPr>
            </a:lvl1pPr>
          </a:lstStyle>
          <a:p>
            <a:pPr lvl="0"/>
            <a:r>
              <a:rPr lang="en-US" dirty="0"/>
              <a:t>(click to edit)  REFERENCES</a:t>
            </a:r>
            <a:endParaRPr lang="en-US" dirty="0"/>
          </a:p>
        </p:txBody>
      </p:sp>
      <p:sp>
        <p:nvSpPr>
          <p:cNvPr id="28" name="Text Placeholder 3"/>
          <p:cNvSpPr>
            <a:spLocks noGrp="1"/>
          </p:cNvSpPr>
          <p:nvPr>
            <p:ph type="body" sz="quarter" idx="28" hasCustomPrompt="1"/>
          </p:nvPr>
        </p:nvSpPr>
        <p:spPr>
          <a:xfrm>
            <a:off x="38741280" y="20423261"/>
            <a:ext cx="11947319" cy="910548"/>
          </a:xfrm>
          <a:prstGeom prst="rect">
            <a:avLst/>
          </a:prstGeom>
        </p:spPr>
        <p:txBody>
          <a:bodyPr wrap="square" lIns="228589" tIns="228589" rIns="228589" bIns="228589">
            <a:spAutoFit/>
          </a:bodyPr>
          <a:lstStyle>
            <a:lvl1pPr marL="0" indent="0">
              <a:buNone/>
              <a:defRPr sz="2915">
                <a:solidFill>
                  <a:schemeClr val="accent5">
                    <a:lumMod val="50000"/>
                  </a:schemeClr>
                </a:solidFill>
                <a:latin typeface="Century Gothic" panose="020B0502020202020204" pitchFamily="34" charset="0"/>
                <a:cs typeface="Times New Roman" panose="02020603050405020304" pitchFamily="18" charset="0"/>
              </a:defRPr>
            </a:lvl1pPr>
            <a:lvl2pPr marL="1733550" indent="-666750">
              <a:defRPr sz="2915">
                <a:latin typeface="Trebuchet MS" panose="020B0603020202020204" pitchFamily="34" charset="0"/>
              </a:defRPr>
            </a:lvl2pPr>
            <a:lvl3pPr marL="2400300" indent="-666750">
              <a:defRPr sz="2915">
                <a:latin typeface="Trebuchet MS" panose="020B0603020202020204" pitchFamily="34" charset="0"/>
              </a:defRPr>
            </a:lvl3pPr>
            <a:lvl4pPr marL="3133725" indent="-733425">
              <a:defRPr sz="2915">
                <a:latin typeface="Trebuchet MS" panose="020B0603020202020204" pitchFamily="34" charset="0"/>
              </a:defRPr>
            </a:lvl4pPr>
            <a:lvl5pPr marL="3667125" indent="-533400">
              <a:defRPr sz="2915">
                <a:latin typeface="Trebuchet MS" panose="020B0603020202020204" pitchFamily="34" charset="0"/>
              </a:defRPr>
            </a:lvl5pPr>
          </a:lstStyle>
          <a:p>
            <a:pPr lvl="0"/>
            <a:r>
              <a:rPr lang="en-US" dirty="0"/>
              <a:t>Type in or paste your text here</a:t>
            </a:r>
            <a:endParaRPr lang="en-US" dirty="0"/>
          </a:p>
        </p:txBody>
      </p:sp>
      <p:sp>
        <p:nvSpPr>
          <p:cNvPr id="29" name="Text Placeholder 5"/>
          <p:cNvSpPr>
            <a:spLocks noGrp="1"/>
          </p:cNvSpPr>
          <p:nvPr>
            <p:ph type="body" sz="quarter" idx="29" hasCustomPrompt="1"/>
          </p:nvPr>
        </p:nvSpPr>
        <p:spPr>
          <a:xfrm>
            <a:off x="38741280" y="27865864"/>
            <a:ext cx="11951181" cy="754045"/>
          </a:xfrm>
          <a:prstGeom prst="rect">
            <a:avLst/>
          </a:prstGeom>
          <a:noFill/>
        </p:spPr>
        <p:txBody>
          <a:bodyPr wrap="square" lIns="91436" tIns="91436" rIns="91436" bIns="91436" anchor="t" anchorCtr="0">
            <a:spAutoFit/>
          </a:bodyPr>
          <a:lstStyle>
            <a:lvl1pPr marL="0" indent="0" algn="l">
              <a:buNone/>
              <a:defRPr sz="3735" b="1" u="sng" baseline="0">
                <a:solidFill>
                  <a:srgbClr val="225EAC"/>
                </a:solidFill>
                <a:latin typeface="Century Gothic" panose="020B0502020202020204" pitchFamily="34" charset="0"/>
              </a:defRPr>
            </a:lvl1pPr>
          </a:lstStyle>
          <a:p>
            <a:pPr lvl="0"/>
            <a:r>
              <a:rPr lang="en-US" dirty="0"/>
              <a:t>(click to edit)  ACKNOWLEDGEMENTS or  CONTACT</a:t>
            </a:r>
            <a:endParaRPr lang="en-US" dirty="0"/>
          </a:p>
        </p:txBody>
      </p:sp>
      <p:sp>
        <p:nvSpPr>
          <p:cNvPr id="30" name="Text Placeholder 3"/>
          <p:cNvSpPr>
            <a:spLocks noGrp="1"/>
          </p:cNvSpPr>
          <p:nvPr>
            <p:ph type="body" sz="quarter" idx="30" hasCustomPrompt="1"/>
          </p:nvPr>
        </p:nvSpPr>
        <p:spPr>
          <a:xfrm>
            <a:off x="38741280" y="28726591"/>
            <a:ext cx="11957051" cy="910548"/>
          </a:xfrm>
          <a:prstGeom prst="rect">
            <a:avLst/>
          </a:prstGeom>
        </p:spPr>
        <p:txBody>
          <a:bodyPr wrap="square" lIns="228589" tIns="228589" rIns="228589" bIns="228589">
            <a:spAutoFit/>
          </a:bodyPr>
          <a:lstStyle>
            <a:lvl1pPr marL="0" indent="0">
              <a:buNone/>
              <a:defRPr sz="2915">
                <a:solidFill>
                  <a:schemeClr val="accent5">
                    <a:lumMod val="50000"/>
                  </a:schemeClr>
                </a:solidFill>
                <a:latin typeface="Century Gothic" panose="020B0502020202020204" pitchFamily="34" charset="0"/>
                <a:cs typeface="Times New Roman" panose="02020603050405020304" pitchFamily="18" charset="0"/>
              </a:defRPr>
            </a:lvl1pPr>
            <a:lvl2pPr marL="1733550" indent="-666750">
              <a:defRPr sz="2915">
                <a:latin typeface="Trebuchet MS" panose="020B0603020202020204" pitchFamily="34" charset="0"/>
              </a:defRPr>
            </a:lvl2pPr>
            <a:lvl3pPr marL="2400300" indent="-666750">
              <a:defRPr sz="2915">
                <a:latin typeface="Trebuchet MS" panose="020B0603020202020204" pitchFamily="34" charset="0"/>
              </a:defRPr>
            </a:lvl3pPr>
            <a:lvl4pPr marL="3133725" indent="-733425">
              <a:defRPr sz="2915">
                <a:latin typeface="Trebuchet MS" panose="020B0603020202020204" pitchFamily="34" charset="0"/>
              </a:defRPr>
            </a:lvl4pPr>
            <a:lvl5pPr marL="3667125" indent="-533400">
              <a:defRPr sz="2915">
                <a:latin typeface="Trebuchet MS" panose="020B0603020202020204" pitchFamily="34" charset="0"/>
              </a:defRPr>
            </a:lvl5pPr>
          </a:lstStyle>
          <a:p>
            <a:pPr lvl="0"/>
            <a:r>
              <a:rPr lang="en-US" dirty="0"/>
              <a:t>Type in or paste your text here</a:t>
            </a:r>
            <a:endParaRPr lang="en-US" dirty="0"/>
          </a:p>
        </p:txBody>
      </p:sp>
      <p:sp>
        <p:nvSpPr>
          <p:cNvPr id="60" name="Text Placeholder 3"/>
          <p:cNvSpPr>
            <a:spLocks noGrp="1"/>
          </p:cNvSpPr>
          <p:nvPr>
            <p:ph type="body" sz="quarter" idx="96" hasCustomPrompt="1"/>
          </p:nvPr>
        </p:nvSpPr>
        <p:spPr>
          <a:xfrm>
            <a:off x="529538" y="15000539"/>
            <a:ext cx="12005362" cy="910548"/>
          </a:xfrm>
          <a:prstGeom prst="rect">
            <a:avLst/>
          </a:prstGeom>
        </p:spPr>
        <p:txBody>
          <a:bodyPr wrap="square" lIns="228589" tIns="228589" rIns="228589" bIns="228589">
            <a:spAutoFit/>
          </a:bodyPr>
          <a:lstStyle>
            <a:lvl1pPr marL="0" indent="0">
              <a:buNone/>
              <a:defRPr sz="2915">
                <a:solidFill>
                  <a:schemeClr val="accent5">
                    <a:lumMod val="50000"/>
                  </a:schemeClr>
                </a:solidFill>
                <a:latin typeface="Century Gothic" panose="020B0502020202020204" pitchFamily="34" charset="0"/>
                <a:cs typeface="Times New Roman" panose="02020603050405020304" pitchFamily="18" charset="0"/>
              </a:defRPr>
            </a:lvl1pPr>
            <a:lvl2pPr marL="1733550" indent="-666750">
              <a:defRPr sz="2915">
                <a:latin typeface="Trebuchet MS" panose="020B0603020202020204" pitchFamily="34" charset="0"/>
              </a:defRPr>
            </a:lvl2pPr>
            <a:lvl3pPr marL="2400300" indent="-666750">
              <a:defRPr sz="2915">
                <a:latin typeface="Trebuchet MS" panose="020B0603020202020204" pitchFamily="34" charset="0"/>
              </a:defRPr>
            </a:lvl3pPr>
            <a:lvl4pPr marL="3133725" indent="-733425">
              <a:defRPr sz="2915">
                <a:latin typeface="Trebuchet MS" panose="020B0603020202020204" pitchFamily="34" charset="0"/>
              </a:defRPr>
            </a:lvl4pPr>
            <a:lvl5pPr marL="3667125" indent="-533400">
              <a:defRPr sz="2915">
                <a:latin typeface="Trebuchet MS" panose="020B0603020202020204" pitchFamily="34" charset="0"/>
              </a:defRPr>
            </a:lvl5pPr>
          </a:lstStyle>
          <a:p>
            <a:pPr lvl="0"/>
            <a:r>
              <a:rPr lang="en-US" dirty="0"/>
              <a:t>Type in or paste your text here</a:t>
            </a:r>
            <a:endParaRPr lang="en-US" dirty="0"/>
          </a:p>
        </p:txBody>
      </p:sp>
      <p:sp>
        <p:nvSpPr>
          <p:cNvPr id="77" name="Text Placeholder 76"/>
          <p:cNvSpPr>
            <a:spLocks noGrp="1"/>
          </p:cNvSpPr>
          <p:nvPr>
            <p:ph type="body" sz="quarter" idx="150" hasCustomPrompt="1"/>
          </p:nvPr>
        </p:nvSpPr>
        <p:spPr>
          <a:xfrm>
            <a:off x="6705611" y="3407994"/>
            <a:ext cx="37947579" cy="666786"/>
          </a:xfrm>
          <a:prstGeom prst="rect">
            <a:avLst/>
          </a:prstGeom>
        </p:spPr>
        <p:txBody>
          <a:bodyPr wrap="square">
            <a:spAutoFit/>
          </a:bodyPr>
          <a:lstStyle>
            <a:lvl1pPr marL="0" indent="0" algn="ctr">
              <a:buFontTx/>
              <a:buNone/>
              <a:defRPr sz="3735">
                <a:solidFill>
                  <a:schemeClr val="bg1"/>
                </a:solidFill>
                <a:latin typeface="Century Gothic" panose="020B0502020202020204" pitchFamily="34" charset="0"/>
              </a:defRPr>
            </a:lvl1pPr>
            <a:lvl2pPr>
              <a:buFontTx/>
              <a:buNone/>
              <a:defRPr sz="8400"/>
            </a:lvl2pPr>
            <a:lvl3pPr>
              <a:buFontTx/>
              <a:buNone/>
              <a:defRPr sz="8400"/>
            </a:lvl3pPr>
            <a:lvl4pPr>
              <a:buFontTx/>
              <a:buNone/>
              <a:defRPr sz="8400"/>
            </a:lvl4pPr>
            <a:lvl5pPr>
              <a:buFontTx/>
              <a:buNone/>
              <a:defRPr sz="8400"/>
            </a:lvl5pPr>
          </a:lstStyle>
          <a:p>
            <a:pPr lvl="0"/>
            <a:r>
              <a:rPr lang="en-US" dirty="0"/>
              <a:t>Click here to add affiliations</a:t>
            </a:r>
            <a:endParaRPr lang="en-US" dirty="0"/>
          </a:p>
        </p:txBody>
      </p:sp>
      <p:sp>
        <p:nvSpPr>
          <p:cNvPr id="78" name="Text Placeholder 76"/>
          <p:cNvSpPr>
            <a:spLocks noGrp="1"/>
          </p:cNvSpPr>
          <p:nvPr>
            <p:ph type="body" sz="quarter" idx="151" hasCustomPrompt="1"/>
          </p:nvPr>
        </p:nvSpPr>
        <p:spPr>
          <a:xfrm>
            <a:off x="6705611" y="2337065"/>
            <a:ext cx="37947579" cy="882229"/>
          </a:xfrm>
          <a:prstGeom prst="rect">
            <a:avLst/>
          </a:prstGeom>
        </p:spPr>
        <p:txBody>
          <a:bodyPr wrap="square" anchor="t" anchorCtr="0">
            <a:spAutoFit/>
          </a:bodyPr>
          <a:lstStyle>
            <a:lvl1pPr marL="0" indent="0" algn="ctr">
              <a:buFontTx/>
              <a:buNone/>
              <a:defRPr sz="5135">
                <a:solidFill>
                  <a:schemeClr val="bg1"/>
                </a:solidFill>
                <a:latin typeface="Century Gothic" panose="020B0502020202020204" pitchFamily="34" charset="0"/>
              </a:defRPr>
            </a:lvl1pPr>
            <a:lvl2pPr>
              <a:buFontTx/>
              <a:buNone/>
              <a:defRPr sz="8400"/>
            </a:lvl2pPr>
            <a:lvl3pPr>
              <a:buFontTx/>
              <a:buNone/>
              <a:defRPr sz="8400"/>
            </a:lvl3pPr>
            <a:lvl4pPr>
              <a:buFontTx/>
              <a:buNone/>
              <a:defRPr sz="8400"/>
            </a:lvl4pPr>
            <a:lvl5pPr>
              <a:buFontTx/>
              <a:buNone/>
              <a:defRPr sz="8400"/>
            </a:lvl5pPr>
          </a:lstStyle>
          <a:p>
            <a:pPr lvl="0"/>
            <a:r>
              <a:rPr lang="en-US" dirty="0"/>
              <a:t>Click here to add authors</a:t>
            </a:r>
            <a:endParaRPr lang="en-US" dirty="0"/>
          </a:p>
        </p:txBody>
      </p:sp>
      <p:sp>
        <p:nvSpPr>
          <p:cNvPr id="79" name="Text Placeholder 76"/>
          <p:cNvSpPr>
            <a:spLocks noGrp="1"/>
          </p:cNvSpPr>
          <p:nvPr>
            <p:ph type="body" sz="quarter" idx="153" hasCustomPrompt="1"/>
          </p:nvPr>
        </p:nvSpPr>
        <p:spPr>
          <a:xfrm>
            <a:off x="6705611" y="833573"/>
            <a:ext cx="37947579" cy="1169551"/>
          </a:xfrm>
          <a:prstGeom prst="rect">
            <a:avLst/>
          </a:prstGeom>
        </p:spPr>
        <p:txBody>
          <a:bodyPr wrap="square" anchor="t" anchorCtr="0">
            <a:spAutoFit/>
          </a:bodyPr>
          <a:lstStyle>
            <a:lvl1pPr marL="0" indent="0" algn="ctr">
              <a:buFontTx/>
              <a:buNone/>
              <a:defRPr sz="7000" b="1">
                <a:solidFill>
                  <a:schemeClr val="bg1"/>
                </a:solidFill>
                <a:latin typeface="Century Gothic" panose="020B0502020202020204" pitchFamily="34" charset="0"/>
              </a:defRPr>
            </a:lvl1pPr>
            <a:lvl2pPr>
              <a:buFontTx/>
              <a:buNone/>
              <a:defRPr sz="8400"/>
            </a:lvl2pPr>
            <a:lvl3pPr>
              <a:buFontTx/>
              <a:buNone/>
              <a:defRPr sz="8400"/>
            </a:lvl3pPr>
            <a:lvl4pPr>
              <a:buFontTx/>
              <a:buNone/>
              <a:defRPr sz="8400"/>
            </a:lvl4pPr>
            <a:lvl5pPr>
              <a:buFontTx/>
              <a:buNone/>
              <a:defRPr sz="8400"/>
            </a:lvl5pPr>
          </a:lstStyle>
          <a:p>
            <a:pPr lvl="0"/>
            <a:r>
              <a:rPr lang="en-US" dirty="0"/>
              <a:t>Click here to add title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2-1-column layout">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543049" y="6380023"/>
            <a:ext cx="11977435" cy="910548"/>
          </a:xfrm>
          <a:prstGeom prst="rect">
            <a:avLst/>
          </a:prstGeom>
        </p:spPr>
        <p:txBody>
          <a:bodyPr wrap="square" lIns="228589" tIns="228589" rIns="228589" bIns="228589">
            <a:spAutoFit/>
          </a:bodyPr>
          <a:lstStyle>
            <a:lvl1pPr marL="0" indent="0">
              <a:buNone/>
              <a:defRPr sz="2915">
                <a:solidFill>
                  <a:schemeClr val="accent5">
                    <a:lumMod val="50000"/>
                  </a:schemeClr>
                </a:solidFill>
                <a:latin typeface="Century Gothic" panose="020B0502020202020204" pitchFamily="34" charset="0"/>
                <a:cs typeface="Times New Roman" panose="02020603050405020304" pitchFamily="18" charset="0"/>
              </a:defRPr>
            </a:lvl1pPr>
            <a:lvl2pPr marL="1733550" indent="-666750">
              <a:defRPr sz="2915">
                <a:latin typeface="Trebuchet MS" panose="020B0603020202020204" pitchFamily="34" charset="0"/>
              </a:defRPr>
            </a:lvl2pPr>
            <a:lvl3pPr marL="2400300" indent="-666750">
              <a:defRPr sz="2915">
                <a:latin typeface="Trebuchet MS" panose="020B0603020202020204" pitchFamily="34" charset="0"/>
              </a:defRPr>
            </a:lvl3pPr>
            <a:lvl4pPr marL="3133725" indent="-733425">
              <a:defRPr sz="2915">
                <a:latin typeface="Trebuchet MS" panose="020B0603020202020204" pitchFamily="34" charset="0"/>
              </a:defRPr>
            </a:lvl4pPr>
            <a:lvl5pPr marL="3667125" indent="-533400">
              <a:defRPr sz="2915">
                <a:latin typeface="Trebuchet MS" panose="020B0603020202020204" pitchFamily="34" charset="0"/>
              </a:defRPr>
            </a:lvl5pPr>
          </a:lstStyle>
          <a:p>
            <a:pPr lvl="0"/>
            <a:r>
              <a:rPr lang="en-US" dirty="0"/>
              <a:t>Type in or paste your text here</a:t>
            </a:r>
            <a:endParaRPr lang="en-US" dirty="0"/>
          </a:p>
        </p:txBody>
      </p:sp>
      <p:sp>
        <p:nvSpPr>
          <p:cNvPr id="6" name="Text Placeholder 5"/>
          <p:cNvSpPr>
            <a:spLocks noGrp="1"/>
          </p:cNvSpPr>
          <p:nvPr>
            <p:ph type="body" sz="quarter" idx="11" hasCustomPrompt="1"/>
          </p:nvPr>
        </p:nvSpPr>
        <p:spPr>
          <a:xfrm>
            <a:off x="547412" y="5518887"/>
            <a:ext cx="11973072" cy="754045"/>
          </a:xfrm>
          <a:prstGeom prst="rect">
            <a:avLst/>
          </a:prstGeom>
          <a:noFill/>
        </p:spPr>
        <p:txBody>
          <a:bodyPr wrap="square" lIns="91436" tIns="91436" rIns="91436" bIns="91436" anchor="t" anchorCtr="0">
            <a:spAutoFit/>
          </a:bodyPr>
          <a:lstStyle>
            <a:lvl1pPr marL="0" indent="0" algn="l">
              <a:buNone/>
              <a:defRPr sz="3735" b="1" u="sng" baseline="0">
                <a:solidFill>
                  <a:srgbClr val="225EAC"/>
                </a:solidFill>
                <a:latin typeface="Century Gothic" panose="020B0502020202020204" pitchFamily="34" charset="0"/>
              </a:defRPr>
            </a:lvl1pPr>
          </a:lstStyle>
          <a:p>
            <a:pPr lvl="0"/>
            <a:r>
              <a:rPr lang="en-US" dirty="0"/>
              <a:t>(click to edit) INTRODUCTION or ABSTRACT</a:t>
            </a:r>
            <a:endParaRPr lang="en-US" dirty="0"/>
          </a:p>
        </p:txBody>
      </p:sp>
      <p:sp>
        <p:nvSpPr>
          <p:cNvPr id="20" name="Text Placeholder 5"/>
          <p:cNvSpPr>
            <a:spLocks noGrp="1"/>
          </p:cNvSpPr>
          <p:nvPr>
            <p:ph type="body" sz="quarter" idx="20" hasCustomPrompt="1"/>
          </p:nvPr>
        </p:nvSpPr>
        <p:spPr>
          <a:xfrm>
            <a:off x="533400" y="14212514"/>
            <a:ext cx="12001499" cy="759110"/>
          </a:xfrm>
          <a:prstGeom prst="rect">
            <a:avLst/>
          </a:prstGeom>
          <a:noFill/>
        </p:spPr>
        <p:txBody>
          <a:bodyPr wrap="square" lIns="91436" tIns="91436" rIns="91436" bIns="91436" anchor="t" anchorCtr="0">
            <a:spAutoFit/>
          </a:bodyPr>
          <a:lstStyle>
            <a:lvl1pPr marL="0" indent="0" algn="l">
              <a:buNone/>
              <a:defRPr sz="3735" b="1" u="sng" baseline="0">
                <a:solidFill>
                  <a:srgbClr val="225EAC"/>
                </a:solidFill>
                <a:latin typeface="Century Gothic" panose="020B0502020202020204" pitchFamily="34" charset="0"/>
              </a:defRPr>
            </a:lvl1pPr>
          </a:lstStyle>
          <a:p>
            <a:pPr lvl="0"/>
            <a:r>
              <a:rPr lang="en-US" dirty="0"/>
              <a:t>(click to edit)  OBJECTIVES</a:t>
            </a:r>
            <a:endParaRPr lang="en-US" dirty="0"/>
          </a:p>
        </p:txBody>
      </p:sp>
      <p:sp>
        <p:nvSpPr>
          <p:cNvPr id="21" name="Text Placeholder 3"/>
          <p:cNvSpPr>
            <a:spLocks noGrp="1"/>
          </p:cNvSpPr>
          <p:nvPr>
            <p:ph type="body" sz="quarter" idx="21" hasCustomPrompt="1"/>
          </p:nvPr>
        </p:nvSpPr>
        <p:spPr>
          <a:xfrm>
            <a:off x="13334999" y="6378482"/>
            <a:ext cx="24560766" cy="910548"/>
          </a:xfrm>
          <a:prstGeom prst="rect">
            <a:avLst/>
          </a:prstGeom>
        </p:spPr>
        <p:txBody>
          <a:bodyPr wrap="square" lIns="228589" tIns="228589" rIns="228589" bIns="228589">
            <a:spAutoFit/>
          </a:bodyPr>
          <a:lstStyle>
            <a:lvl1pPr marL="0" indent="0">
              <a:buNone/>
              <a:defRPr sz="2915">
                <a:solidFill>
                  <a:schemeClr val="accent5">
                    <a:lumMod val="50000"/>
                  </a:schemeClr>
                </a:solidFill>
                <a:latin typeface="Century Gothic" panose="020B0502020202020204" pitchFamily="34" charset="0"/>
                <a:cs typeface="Times New Roman" panose="02020603050405020304" pitchFamily="18" charset="0"/>
              </a:defRPr>
            </a:lvl1pPr>
            <a:lvl2pPr marL="1733550" indent="-666750">
              <a:defRPr sz="2915">
                <a:latin typeface="Trebuchet MS" panose="020B0603020202020204" pitchFamily="34" charset="0"/>
              </a:defRPr>
            </a:lvl2pPr>
            <a:lvl3pPr marL="2400300" indent="-666750">
              <a:defRPr sz="2915">
                <a:latin typeface="Trebuchet MS" panose="020B0603020202020204" pitchFamily="34" charset="0"/>
              </a:defRPr>
            </a:lvl3pPr>
            <a:lvl4pPr marL="3133725" indent="-733425">
              <a:defRPr sz="2915">
                <a:latin typeface="Trebuchet MS" panose="020B0603020202020204" pitchFamily="34" charset="0"/>
              </a:defRPr>
            </a:lvl4pPr>
            <a:lvl5pPr marL="3667125" indent="-533400">
              <a:defRPr sz="2915">
                <a:latin typeface="Trebuchet MS" panose="020B0603020202020204" pitchFamily="34" charset="0"/>
              </a:defRPr>
            </a:lvl5pPr>
          </a:lstStyle>
          <a:p>
            <a:pPr lvl="0"/>
            <a:r>
              <a:rPr lang="en-US" dirty="0"/>
              <a:t>Type in or paste your text here</a:t>
            </a:r>
            <a:endParaRPr lang="en-US" dirty="0"/>
          </a:p>
        </p:txBody>
      </p:sp>
      <p:sp>
        <p:nvSpPr>
          <p:cNvPr id="22" name="Text Placeholder 5"/>
          <p:cNvSpPr>
            <a:spLocks noGrp="1"/>
          </p:cNvSpPr>
          <p:nvPr>
            <p:ph type="body" sz="quarter" idx="22" hasCustomPrompt="1"/>
          </p:nvPr>
        </p:nvSpPr>
        <p:spPr>
          <a:xfrm>
            <a:off x="13325271" y="5524500"/>
            <a:ext cx="24560764" cy="754045"/>
          </a:xfrm>
          <a:prstGeom prst="rect">
            <a:avLst/>
          </a:prstGeom>
          <a:noFill/>
        </p:spPr>
        <p:txBody>
          <a:bodyPr wrap="square" lIns="91436" tIns="91436" rIns="91436" bIns="91436" anchor="t" anchorCtr="0">
            <a:spAutoFit/>
          </a:bodyPr>
          <a:lstStyle>
            <a:lvl1pPr marL="0" indent="0" algn="l">
              <a:buNone/>
              <a:defRPr sz="3735" b="1" u="sng" baseline="0">
                <a:solidFill>
                  <a:srgbClr val="225EAC"/>
                </a:solidFill>
                <a:latin typeface="Century Gothic" panose="020B0502020202020204" pitchFamily="34" charset="0"/>
              </a:defRPr>
            </a:lvl1pPr>
          </a:lstStyle>
          <a:p>
            <a:pPr lvl="0"/>
            <a:r>
              <a:rPr lang="en-US" dirty="0"/>
              <a:t>(click to edit)  MATERIALS &amp; METHODS</a:t>
            </a:r>
            <a:endParaRPr lang="en-US" dirty="0"/>
          </a:p>
        </p:txBody>
      </p:sp>
      <p:sp>
        <p:nvSpPr>
          <p:cNvPr id="23" name="Text Placeholder 3"/>
          <p:cNvSpPr>
            <a:spLocks noGrp="1"/>
          </p:cNvSpPr>
          <p:nvPr>
            <p:ph type="body" sz="quarter" idx="23" hasCustomPrompt="1"/>
          </p:nvPr>
        </p:nvSpPr>
        <p:spPr>
          <a:xfrm>
            <a:off x="13340871" y="18209884"/>
            <a:ext cx="24560766" cy="910548"/>
          </a:xfrm>
          <a:prstGeom prst="rect">
            <a:avLst/>
          </a:prstGeom>
        </p:spPr>
        <p:txBody>
          <a:bodyPr wrap="square" lIns="228589" tIns="228589" rIns="228589" bIns="228589">
            <a:spAutoFit/>
          </a:bodyPr>
          <a:lstStyle>
            <a:lvl1pPr marL="0" indent="0">
              <a:buNone/>
              <a:defRPr sz="2915">
                <a:solidFill>
                  <a:schemeClr val="accent5">
                    <a:lumMod val="50000"/>
                  </a:schemeClr>
                </a:solidFill>
                <a:latin typeface="Century Gothic" panose="020B0502020202020204" pitchFamily="34" charset="0"/>
                <a:cs typeface="Times New Roman" panose="02020603050405020304" pitchFamily="18" charset="0"/>
              </a:defRPr>
            </a:lvl1pPr>
            <a:lvl2pPr marL="1733550" indent="-666750">
              <a:defRPr sz="2915">
                <a:latin typeface="Trebuchet MS" panose="020B0603020202020204" pitchFamily="34" charset="0"/>
              </a:defRPr>
            </a:lvl2pPr>
            <a:lvl3pPr marL="2400300" indent="-666750">
              <a:defRPr sz="2915">
                <a:latin typeface="Trebuchet MS" panose="020B0603020202020204" pitchFamily="34" charset="0"/>
              </a:defRPr>
            </a:lvl3pPr>
            <a:lvl4pPr marL="3133725" indent="-733425">
              <a:defRPr sz="2915">
                <a:latin typeface="Trebuchet MS" panose="020B0603020202020204" pitchFamily="34" charset="0"/>
              </a:defRPr>
            </a:lvl4pPr>
            <a:lvl5pPr marL="3667125" indent="-533400">
              <a:defRPr sz="2915">
                <a:latin typeface="Trebuchet MS" panose="020B0603020202020204" pitchFamily="34" charset="0"/>
              </a:defRPr>
            </a:lvl5pPr>
          </a:lstStyle>
          <a:p>
            <a:pPr lvl="0"/>
            <a:r>
              <a:rPr lang="en-US" dirty="0"/>
              <a:t>Type in or paste your text here</a:t>
            </a:r>
            <a:endParaRPr lang="en-US" dirty="0"/>
          </a:p>
        </p:txBody>
      </p:sp>
      <p:sp>
        <p:nvSpPr>
          <p:cNvPr id="24" name="Text Placeholder 5"/>
          <p:cNvSpPr>
            <a:spLocks noGrp="1"/>
          </p:cNvSpPr>
          <p:nvPr>
            <p:ph type="body" sz="quarter" idx="24" hasCustomPrompt="1"/>
          </p:nvPr>
        </p:nvSpPr>
        <p:spPr>
          <a:xfrm>
            <a:off x="13335000" y="17406086"/>
            <a:ext cx="24580850" cy="759110"/>
          </a:xfrm>
          <a:prstGeom prst="rect">
            <a:avLst/>
          </a:prstGeom>
          <a:noFill/>
        </p:spPr>
        <p:txBody>
          <a:bodyPr wrap="square" lIns="91436" tIns="91436" rIns="91436" bIns="91436" anchor="t" anchorCtr="0">
            <a:spAutoFit/>
          </a:bodyPr>
          <a:lstStyle>
            <a:lvl1pPr marL="0" indent="0" algn="l">
              <a:buNone/>
              <a:defRPr sz="3735" b="1" u="sng" baseline="0">
                <a:solidFill>
                  <a:srgbClr val="225EAC"/>
                </a:solidFill>
                <a:latin typeface="Century Gothic" panose="020B0502020202020204" pitchFamily="34" charset="0"/>
              </a:defRPr>
            </a:lvl1pPr>
          </a:lstStyle>
          <a:p>
            <a:pPr lvl="0"/>
            <a:r>
              <a:rPr lang="en-US" dirty="0"/>
              <a:t>(click to edit)  RESULTS</a:t>
            </a:r>
            <a:endParaRPr lang="en-US" dirty="0"/>
          </a:p>
        </p:txBody>
      </p:sp>
      <p:sp>
        <p:nvSpPr>
          <p:cNvPr id="25" name="Text Placeholder 5"/>
          <p:cNvSpPr>
            <a:spLocks noGrp="1"/>
          </p:cNvSpPr>
          <p:nvPr>
            <p:ph type="body" sz="quarter" idx="25" hasCustomPrompt="1"/>
          </p:nvPr>
        </p:nvSpPr>
        <p:spPr>
          <a:xfrm>
            <a:off x="38725680" y="5524501"/>
            <a:ext cx="11966781" cy="754045"/>
          </a:xfrm>
          <a:prstGeom prst="rect">
            <a:avLst/>
          </a:prstGeom>
          <a:noFill/>
        </p:spPr>
        <p:txBody>
          <a:bodyPr wrap="square" lIns="91436" tIns="91436" rIns="91436" bIns="91436" anchor="t" anchorCtr="0">
            <a:spAutoFit/>
          </a:bodyPr>
          <a:lstStyle>
            <a:lvl1pPr marL="0" indent="0" algn="l">
              <a:buNone/>
              <a:defRPr sz="3735" b="1" u="sng" baseline="0">
                <a:solidFill>
                  <a:srgbClr val="225EAC"/>
                </a:solidFill>
                <a:latin typeface="Century Gothic" panose="020B0502020202020204" pitchFamily="34" charset="0"/>
              </a:defRPr>
            </a:lvl1pPr>
          </a:lstStyle>
          <a:p>
            <a:pPr lvl="0"/>
            <a:r>
              <a:rPr lang="en-US" dirty="0"/>
              <a:t>(click to edit)  CONCLUSIONS</a:t>
            </a:r>
            <a:endParaRPr lang="en-US" dirty="0"/>
          </a:p>
        </p:txBody>
      </p:sp>
      <p:sp>
        <p:nvSpPr>
          <p:cNvPr id="26" name="Text Placeholder 3"/>
          <p:cNvSpPr>
            <a:spLocks noGrp="1"/>
          </p:cNvSpPr>
          <p:nvPr>
            <p:ph type="body" sz="quarter" idx="26" hasCustomPrompt="1"/>
          </p:nvPr>
        </p:nvSpPr>
        <p:spPr>
          <a:xfrm>
            <a:off x="38715950" y="6340342"/>
            <a:ext cx="11976510" cy="910548"/>
          </a:xfrm>
          <a:prstGeom prst="rect">
            <a:avLst/>
          </a:prstGeom>
        </p:spPr>
        <p:txBody>
          <a:bodyPr wrap="square" lIns="228589" tIns="228589" rIns="228589" bIns="228589">
            <a:spAutoFit/>
          </a:bodyPr>
          <a:lstStyle>
            <a:lvl1pPr marL="0" indent="0">
              <a:buNone/>
              <a:defRPr sz="2915">
                <a:solidFill>
                  <a:schemeClr val="accent5">
                    <a:lumMod val="50000"/>
                  </a:schemeClr>
                </a:solidFill>
                <a:latin typeface="Century Gothic" panose="020B0502020202020204" pitchFamily="34" charset="0"/>
                <a:cs typeface="Times New Roman" panose="02020603050405020304" pitchFamily="18" charset="0"/>
              </a:defRPr>
            </a:lvl1pPr>
            <a:lvl2pPr marL="1733550" indent="-666750">
              <a:defRPr sz="2915">
                <a:latin typeface="Trebuchet MS" panose="020B0603020202020204" pitchFamily="34" charset="0"/>
              </a:defRPr>
            </a:lvl2pPr>
            <a:lvl3pPr marL="2400300" indent="-666750">
              <a:defRPr sz="2915">
                <a:latin typeface="Trebuchet MS" panose="020B0603020202020204" pitchFamily="34" charset="0"/>
              </a:defRPr>
            </a:lvl3pPr>
            <a:lvl4pPr marL="3133725" indent="-733425">
              <a:defRPr sz="2915">
                <a:latin typeface="Trebuchet MS" panose="020B0603020202020204" pitchFamily="34" charset="0"/>
              </a:defRPr>
            </a:lvl4pPr>
            <a:lvl5pPr marL="3667125" indent="-533400">
              <a:defRPr sz="2915">
                <a:latin typeface="Trebuchet MS" panose="020B0603020202020204" pitchFamily="34" charset="0"/>
              </a:defRPr>
            </a:lvl5pPr>
          </a:lstStyle>
          <a:p>
            <a:pPr lvl="0"/>
            <a:r>
              <a:rPr lang="en-US" dirty="0"/>
              <a:t>Type in or paste your text here</a:t>
            </a:r>
            <a:endParaRPr lang="en-US" dirty="0"/>
          </a:p>
        </p:txBody>
      </p:sp>
      <p:sp>
        <p:nvSpPr>
          <p:cNvPr id="27" name="Text Placeholder 5"/>
          <p:cNvSpPr>
            <a:spLocks noGrp="1"/>
          </p:cNvSpPr>
          <p:nvPr>
            <p:ph type="body" sz="quarter" idx="27" hasCustomPrompt="1"/>
          </p:nvPr>
        </p:nvSpPr>
        <p:spPr>
          <a:xfrm>
            <a:off x="38745141" y="19497882"/>
            <a:ext cx="11957050" cy="754045"/>
          </a:xfrm>
          <a:prstGeom prst="rect">
            <a:avLst/>
          </a:prstGeom>
          <a:noFill/>
        </p:spPr>
        <p:txBody>
          <a:bodyPr wrap="square" lIns="91436" tIns="91436" rIns="91436" bIns="91436" anchor="t" anchorCtr="0">
            <a:spAutoFit/>
          </a:bodyPr>
          <a:lstStyle>
            <a:lvl1pPr marL="0" indent="0" algn="l">
              <a:buNone/>
              <a:defRPr sz="3735" b="1" u="sng" baseline="0">
                <a:solidFill>
                  <a:srgbClr val="225EAC"/>
                </a:solidFill>
                <a:latin typeface="Century Gothic" panose="020B0502020202020204" pitchFamily="34" charset="0"/>
              </a:defRPr>
            </a:lvl1pPr>
          </a:lstStyle>
          <a:p>
            <a:pPr lvl="0"/>
            <a:r>
              <a:rPr lang="en-US" dirty="0"/>
              <a:t>(click to edit)  REFERENCES</a:t>
            </a:r>
            <a:endParaRPr lang="en-US" dirty="0"/>
          </a:p>
        </p:txBody>
      </p:sp>
      <p:sp>
        <p:nvSpPr>
          <p:cNvPr id="28" name="Text Placeholder 3"/>
          <p:cNvSpPr>
            <a:spLocks noGrp="1"/>
          </p:cNvSpPr>
          <p:nvPr>
            <p:ph type="body" sz="quarter" idx="28" hasCustomPrompt="1"/>
          </p:nvPr>
        </p:nvSpPr>
        <p:spPr>
          <a:xfrm>
            <a:off x="38741280" y="20326856"/>
            <a:ext cx="11947319" cy="910548"/>
          </a:xfrm>
          <a:prstGeom prst="rect">
            <a:avLst/>
          </a:prstGeom>
        </p:spPr>
        <p:txBody>
          <a:bodyPr wrap="square" lIns="228589" tIns="228589" rIns="228589" bIns="228589">
            <a:spAutoFit/>
          </a:bodyPr>
          <a:lstStyle>
            <a:lvl1pPr marL="0" indent="0">
              <a:buNone/>
              <a:defRPr sz="2915">
                <a:solidFill>
                  <a:schemeClr val="accent5">
                    <a:lumMod val="50000"/>
                  </a:schemeClr>
                </a:solidFill>
                <a:latin typeface="Century Gothic" panose="020B0502020202020204" pitchFamily="34" charset="0"/>
                <a:cs typeface="Times New Roman" panose="02020603050405020304" pitchFamily="18" charset="0"/>
              </a:defRPr>
            </a:lvl1pPr>
            <a:lvl2pPr marL="1733550" indent="-666750">
              <a:defRPr sz="2915">
                <a:latin typeface="Trebuchet MS" panose="020B0603020202020204" pitchFamily="34" charset="0"/>
              </a:defRPr>
            </a:lvl2pPr>
            <a:lvl3pPr marL="2400300" indent="-666750">
              <a:defRPr sz="2915">
                <a:latin typeface="Trebuchet MS" panose="020B0603020202020204" pitchFamily="34" charset="0"/>
              </a:defRPr>
            </a:lvl3pPr>
            <a:lvl4pPr marL="3133725" indent="-733425">
              <a:defRPr sz="2915">
                <a:latin typeface="Trebuchet MS" panose="020B0603020202020204" pitchFamily="34" charset="0"/>
              </a:defRPr>
            </a:lvl4pPr>
            <a:lvl5pPr marL="3667125" indent="-533400">
              <a:defRPr sz="2915">
                <a:latin typeface="Trebuchet MS" panose="020B0603020202020204" pitchFamily="34" charset="0"/>
              </a:defRPr>
            </a:lvl5pPr>
          </a:lstStyle>
          <a:p>
            <a:pPr lvl="0"/>
            <a:r>
              <a:rPr lang="en-US" dirty="0"/>
              <a:t>Type in or paste your text here</a:t>
            </a:r>
            <a:endParaRPr lang="en-US" dirty="0"/>
          </a:p>
        </p:txBody>
      </p:sp>
      <p:sp>
        <p:nvSpPr>
          <p:cNvPr id="29" name="Text Placeholder 5"/>
          <p:cNvSpPr>
            <a:spLocks noGrp="1"/>
          </p:cNvSpPr>
          <p:nvPr>
            <p:ph type="body" sz="quarter" idx="29" hasCustomPrompt="1"/>
          </p:nvPr>
        </p:nvSpPr>
        <p:spPr>
          <a:xfrm>
            <a:off x="38741280" y="27803317"/>
            <a:ext cx="11951181" cy="754045"/>
          </a:xfrm>
          <a:prstGeom prst="rect">
            <a:avLst/>
          </a:prstGeom>
          <a:noFill/>
        </p:spPr>
        <p:txBody>
          <a:bodyPr wrap="square" lIns="91436" tIns="91436" rIns="91436" bIns="91436" anchor="t" anchorCtr="0">
            <a:spAutoFit/>
          </a:bodyPr>
          <a:lstStyle>
            <a:lvl1pPr marL="0" indent="0" algn="l">
              <a:buNone/>
              <a:defRPr sz="3735" b="1" u="sng" baseline="0">
                <a:solidFill>
                  <a:srgbClr val="225EAC"/>
                </a:solidFill>
                <a:latin typeface="Century Gothic" panose="020B0502020202020204" pitchFamily="34" charset="0"/>
              </a:defRPr>
            </a:lvl1pPr>
          </a:lstStyle>
          <a:p>
            <a:pPr lvl="0"/>
            <a:r>
              <a:rPr lang="en-US" dirty="0"/>
              <a:t>(click to edit)  ACKNOWLEDGEMENTS or  CONTACT</a:t>
            </a:r>
            <a:endParaRPr lang="en-US" dirty="0"/>
          </a:p>
        </p:txBody>
      </p:sp>
      <p:sp>
        <p:nvSpPr>
          <p:cNvPr id="30" name="Text Placeholder 3"/>
          <p:cNvSpPr>
            <a:spLocks noGrp="1"/>
          </p:cNvSpPr>
          <p:nvPr>
            <p:ph type="body" sz="quarter" idx="30" hasCustomPrompt="1"/>
          </p:nvPr>
        </p:nvSpPr>
        <p:spPr>
          <a:xfrm>
            <a:off x="38741280" y="28664044"/>
            <a:ext cx="11957051" cy="910548"/>
          </a:xfrm>
          <a:prstGeom prst="rect">
            <a:avLst/>
          </a:prstGeom>
        </p:spPr>
        <p:txBody>
          <a:bodyPr wrap="square" lIns="228589" tIns="228589" rIns="228589" bIns="228589">
            <a:spAutoFit/>
          </a:bodyPr>
          <a:lstStyle>
            <a:lvl1pPr marL="0" indent="0">
              <a:buNone/>
              <a:defRPr sz="2915">
                <a:solidFill>
                  <a:schemeClr val="accent5">
                    <a:lumMod val="50000"/>
                  </a:schemeClr>
                </a:solidFill>
                <a:latin typeface="Century Gothic" panose="020B0502020202020204" pitchFamily="34" charset="0"/>
                <a:cs typeface="Times New Roman" panose="02020603050405020304" pitchFamily="18" charset="0"/>
              </a:defRPr>
            </a:lvl1pPr>
            <a:lvl2pPr marL="1733550" indent="-666750">
              <a:defRPr sz="2915">
                <a:latin typeface="Trebuchet MS" panose="020B0603020202020204" pitchFamily="34" charset="0"/>
              </a:defRPr>
            </a:lvl2pPr>
            <a:lvl3pPr marL="2400300" indent="-666750">
              <a:defRPr sz="2915">
                <a:latin typeface="Trebuchet MS" panose="020B0603020202020204" pitchFamily="34" charset="0"/>
              </a:defRPr>
            </a:lvl3pPr>
            <a:lvl4pPr marL="3133725" indent="-733425">
              <a:defRPr sz="2915">
                <a:latin typeface="Trebuchet MS" panose="020B0603020202020204" pitchFamily="34" charset="0"/>
              </a:defRPr>
            </a:lvl4pPr>
            <a:lvl5pPr marL="3667125" indent="-533400">
              <a:defRPr sz="2915">
                <a:latin typeface="Trebuchet MS" panose="020B0603020202020204" pitchFamily="34" charset="0"/>
              </a:defRPr>
            </a:lvl5pPr>
          </a:lstStyle>
          <a:p>
            <a:pPr lvl="0"/>
            <a:r>
              <a:rPr lang="en-US" dirty="0"/>
              <a:t>Type in or paste your text here</a:t>
            </a:r>
            <a:endParaRPr lang="en-US" dirty="0"/>
          </a:p>
        </p:txBody>
      </p:sp>
      <p:sp>
        <p:nvSpPr>
          <p:cNvPr id="60" name="Text Placeholder 3"/>
          <p:cNvSpPr>
            <a:spLocks noGrp="1"/>
          </p:cNvSpPr>
          <p:nvPr>
            <p:ph type="body" sz="quarter" idx="96" hasCustomPrompt="1"/>
          </p:nvPr>
        </p:nvSpPr>
        <p:spPr>
          <a:xfrm>
            <a:off x="529538" y="15000539"/>
            <a:ext cx="12005362" cy="910548"/>
          </a:xfrm>
          <a:prstGeom prst="rect">
            <a:avLst/>
          </a:prstGeom>
        </p:spPr>
        <p:txBody>
          <a:bodyPr wrap="square" lIns="228589" tIns="228589" rIns="228589" bIns="228589">
            <a:spAutoFit/>
          </a:bodyPr>
          <a:lstStyle>
            <a:lvl1pPr marL="0" indent="0">
              <a:buNone/>
              <a:defRPr sz="2915">
                <a:solidFill>
                  <a:schemeClr val="accent5">
                    <a:lumMod val="50000"/>
                  </a:schemeClr>
                </a:solidFill>
                <a:latin typeface="Century Gothic" panose="020B0502020202020204" pitchFamily="34" charset="0"/>
                <a:cs typeface="Times New Roman" panose="02020603050405020304" pitchFamily="18" charset="0"/>
              </a:defRPr>
            </a:lvl1pPr>
            <a:lvl2pPr marL="1733550" indent="-666750">
              <a:defRPr sz="2915">
                <a:latin typeface="Trebuchet MS" panose="020B0603020202020204" pitchFamily="34" charset="0"/>
              </a:defRPr>
            </a:lvl2pPr>
            <a:lvl3pPr marL="2400300" indent="-666750">
              <a:defRPr sz="2915">
                <a:latin typeface="Trebuchet MS" panose="020B0603020202020204" pitchFamily="34" charset="0"/>
              </a:defRPr>
            </a:lvl3pPr>
            <a:lvl4pPr marL="3133725" indent="-733425">
              <a:defRPr sz="2915">
                <a:latin typeface="Trebuchet MS" panose="020B0603020202020204" pitchFamily="34" charset="0"/>
              </a:defRPr>
            </a:lvl4pPr>
            <a:lvl5pPr marL="3667125" indent="-533400">
              <a:defRPr sz="2915">
                <a:latin typeface="Trebuchet MS" panose="020B0603020202020204" pitchFamily="34" charset="0"/>
              </a:defRPr>
            </a:lvl5pPr>
          </a:lstStyle>
          <a:p>
            <a:pPr lvl="0"/>
            <a:r>
              <a:rPr lang="en-US" dirty="0"/>
              <a:t>Type in or paste your text here</a:t>
            </a:r>
            <a:endParaRPr lang="en-US" dirty="0"/>
          </a:p>
        </p:txBody>
      </p:sp>
      <p:sp>
        <p:nvSpPr>
          <p:cNvPr id="77" name="Text Placeholder 76"/>
          <p:cNvSpPr>
            <a:spLocks noGrp="1"/>
          </p:cNvSpPr>
          <p:nvPr>
            <p:ph type="body" sz="quarter" idx="150" hasCustomPrompt="1"/>
          </p:nvPr>
        </p:nvSpPr>
        <p:spPr>
          <a:xfrm>
            <a:off x="6705611" y="3407994"/>
            <a:ext cx="37947579" cy="666786"/>
          </a:xfrm>
          <a:prstGeom prst="rect">
            <a:avLst/>
          </a:prstGeom>
        </p:spPr>
        <p:txBody>
          <a:bodyPr wrap="square">
            <a:spAutoFit/>
          </a:bodyPr>
          <a:lstStyle>
            <a:lvl1pPr marL="0" indent="0" algn="ctr">
              <a:buFontTx/>
              <a:buNone/>
              <a:defRPr sz="3735">
                <a:solidFill>
                  <a:schemeClr val="bg1"/>
                </a:solidFill>
                <a:latin typeface="Century Gothic" panose="020B0502020202020204" pitchFamily="34" charset="0"/>
              </a:defRPr>
            </a:lvl1pPr>
            <a:lvl2pPr>
              <a:buFontTx/>
              <a:buNone/>
              <a:defRPr sz="8400"/>
            </a:lvl2pPr>
            <a:lvl3pPr>
              <a:buFontTx/>
              <a:buNone/>
              <a:defRPr sz="8400"/>
            </a:lvl3pPr>
            <a:lvl4pPr>
              <a:buFontTx/>
              <a:buNone/>
              <a:defRPr sz="8400"/>
            </a:lvl4pPr>
            <a:lvl5pPr>
              <a:buFontTx/>
              <a:buNone/>
              <a:defRPr sz="8400"/>
            </a:lvl5pPr>
          </a:lstStyle>
          <a:p>
            <a:pPr lvl="0"/>
            <a:r>
              <a:rPr lang="en-US" dirty="0"/>
              <a:t>Click here to add affiliations</a:t>
            </a:r>
            <a:endParaRPr lang="en-US" dirty="0"/>
          </a:p>
        </p:txBody>
      </p:sp>
      <p:sp>
        <p:nvSpPr>
          <p:cNvPr id="78" name="Text Placeholder 76"/>
          <p:cNvSpPr>
            <a:spLocks noGrp="1"/>
          </p:cNvSpPr>
          <p:nvPr>
            <p:ph type="body" sz="quarter" idx="151" hasCustomPrompt="1"/>
          </p:nvPr>
        </p:nvSpPr>
        <p:spPr>
          <a:xfrm>
            <a:off x="6705611" y="2337065"/>
            <a:ext cx="37947579" cy="882229"/>
          </a:xfrm>
          <a:prstGeom prst="rect">
            <a:avLst/>
          </a:prstGeom>
        </p:spPr>
        <p:txBody>
          <a:bodyPr wrap="square" anchor="t" anchorCtr="0">
            <a:spAutoFit/>
          </a:bodyPr>
          <a:lstStyle>
            <a:lvl1pPr marL="0" indent="0" algn="ctr">
              <a:buFontTx/>
              <a:buNone/>
              <a:defRPr sz="5135">
                <a:solidFill>
                  <a:schemeClr val="bg1"/>
                </a:solidFill>
                <a:latin typeface="Century Gothic" panose="020B0502020202020204" pitchFamily="34" charset="0"/>
              </a:defRPr>
            </a:lvl1pPr>
            <a:lvl2pPr>
              <a:buFontTx/>
              <a:buNone/>
              <a:defRPr sz="8400"/>
            </a:lvl2pPr>
            <a:lvl3pPr>
              <a:buFontTx/>
              <a:buNone/>
              <a:defRPr sz="8400"/>
            </a:lvl3pPr>
            <a:lvl4pPr>
              <a:buFontTx/>
              <a:buNone/>
              <a:defRPr sz="8400"/>
            </a:lvl4pPr>
            <a:lvl5pPr>
              <a:buFontTx/>
              <a:buNone/>
              <a:defRPr sz="8400"/>
            </a:lvl5pPr>
          </a:lstStyle>
          <a:p>
            <a:pPr lvl="0"/>
            <a:r>
              <a:rPr lang="en-US" dirty="0"/>
              <a:t>Click here to add authors</a:t>
            </a:r>
            <a:endParaRPr lang="en-US" dirty="0"/>
          </a:p>
        </p:txBody>
      </p:sp>
      <p:sp>
        <p:nvSpPr>
          <p:cNvPr id="79" name="Text Placeholder 76"/>
          <p:cNvSpPr>
            <a:spLocks noGrp="1"/>
          </p:cNvSpPr>
          <p:nvPr>
            <p:ph type="body" sz="quarter" idx="153" hasCustomPrompt="1"/>
          </p:nvPr>
        </p:nvSpPr>
        <p:spPr>
          <a:xfrm>
            <a:off x="6705611" y="833573"/>
            <a:ext cx="37947579" cy="1169551"/>
          </a:xfrm>
          <a:prstGeom prst="rect">
            <a:avLst/>
          </a:prstGeom>
        </p:spPr>
        <p:txBody>
          <a:bodyPr wrap="square" anchor="t" anchorCtr="0">
            <a:spAutoFit/>
          </a:bodyPr>
          <a:lstStyle>
            <a:lvl1pPr marL="0" indent="0" algn="ctr">
              <a:buFontTx/>
              <a:buNone/>
              <a:defRPr sz="7000" b="1">
                <a:solidFill>
                  <a:schemeClr val="bg1"/>
                </a:solidFill>
                <a:latin typeface="Century Gothic" panose="020B0502020202020204" pitchFamily="34" charset="0"/>
              </a:defRPr>
            </a:lvl1pPr>
            <a:lvl2pPr>
              <a:buFontTx/>
              <a:buNone/>
              <a:defRPr sz="8400"/>
            </a:lvl2pPr>
            <a:lvl3pPr>
              <a:buFontTx/>
              <a:buNone/>
              <a:defRPr sz="8400"/>
            </a:lvl3pPr>
            <a:lvl4pPr>
              <a:buFontTx/>
              <a:buNone/>
              <a:defRPr sz="8400"/>
            </a:lvl4pPr>
            <a:lvl5pPr>
              <a:buFontTx/>
              <a:buNone/>
              <a:defRPr sz="8400"/>
            </a:lvl5pPr>
          </a:lstStyle>
          <a:p>
            <a:pPr lvl="0"/>
            <a:r>
              <a:rPr lang="en-US" dirty="0"/>
              <a:t>Click here to add title</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column layout">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543048" y="6416599"/>
            <a:ext cx="16227346" cy="910548"/>
          </a:xfrm>
          <a:prstGeom prst="rect">
            <a:avLst/>
          </a:prstGeom>
        </p:spPr>
        <p:txBody>
          <a:bodyPr wrap="square" lIns="228589" tIns="228589" rIns="228589" bIns="228589">
            <a:spAutoFit/>
          </a:bodyPr>
          <a:lstStyle>
            <a:lvl1pPr marL="0" indent="0">
              <a:buNone/>
              <a:defRPr sz="2915">
                <a:solidFill>
                  <a:schemeClr val="accent5">
                    <a:lumMod val="50000"/>
                  </a:schemeClr>
                </a:solidFill>
                <a:latin typeface="Century Gothic" panose="020B0502020202020204" pitchFamily="34" charset="0"/>
                <a:cs typeface="Times New Roman" panose="02020603050405020304" pitchFamily="18" charset="0"/>
              </a:defRPr>
            </a:lvl1pPr>
            <a:lvl2pPr marL="1733550" indent="-666750">
              <a:defRPr sz="2915">
                <a:latin typeface="Trebuchet MS" panose="020B0603020202020204" pitchFamily="34" charset="0"/>
              </a:defRPr>
            </a:lvl2pPr>
            <a:lvl3pPr marL="2400300" indent="-666750">
              <a:defRPr sz="2915">
                <a:latin typeface="Trebuchet MS" panose="020B0603020202020204" pitchFamily="34" charset="0"/>
              </a:defRPr>
            </a:lvl3pPr>
            <a:lvl4pPr marL="3133725" indent="-733425">
              <a:defRPr sz="2915">
                <a:latin typeface="Trebuchet MS" panose="020B0603020202020204" pitchFamily="34" charset="0"/>
              </a:defRPr>
            </a:lvl4pPr>
            <a:lvl5pPr marL="3667125" indent="-533400">
              <a:defRPr sz="2915">
                <a:latin typeface="Trebuchet MS" panose="020B0603020202020204" pitchFamily="34" charset="0"/>
              </a:defRPr>
            </a:lvl5pPr>
          </a:lstStyle>
          <a:p>
            <a:pPr lvl="0"/>
            <a:r>
              <a:rPr lang="en-US" dirty="0"/>
              <a:t>Type in or paste your text here</a:t>
            </a:r>
            <a:endParaRPr lang="en-US" dirty="0"/>
          </a:p>
        </p:txBody>
      </p:sp>
      <p:sp>
        <p:nvSpPr>
          <p:cNvPr id="6" name="Text Placeholder 5"/>
          <p:cNvSpPr>
            <a:spLocks noGrp="1"/>
          </p:cNvSpPr>
          <p:nvPr>
            <p:ph type="body" sz="quarter" idx="11" hasCustomPrompt="1"/>
          </p:nvPr>
        </p:nvSpPr>
        <p:spPr>
          <a:xfrm>
            <a:off x="547412" y="5555463"/>
            <a:ext cx="16221434" cy="754045"/>
          </a:xfrm>
          <a:prstGeom prst="rect">
            <a:avLst/>
          </a:prstGeom>
          <a:noFill/>
        </p:spPr>
        <p:txBody>
          <a:bodyPr wrap="square" lIns="91436" tIns="91436" rIns="91436" bIns="91436" anchor="t" anchorCtr="0">
            <a:spAutoFit/>
          </a:bodyPr>
          <a:lstStyle>
            <a:lvl1pPr marL="0" indent="0" algn="l">
              <a:buNone/>
              <a:defRPr sz="3735" b="1" u="sng" baseline="0">
                <a:solidFill>
                  <a:srgbClr val="225EAC"/>
                </a:solidFill>
                <a:latin typeface="Century Gothic" panose="020B0502020202020204" pitchFamily="34" charset="0"/>
              </a:defRPr>
            </a:lvl1pPr>
          </a:lstStyle>
          <a:p>
            <a:pPr lvl="0"/>
            <a:r>
              <a:rPr lang="en-US" dirty="0"/>
              <a:t>(click to edit) INTRODUCTION or ABSTRACT</a:t>
            </a:r>
            <a:endParaRPr lang="en-US" dirty="0"/>
          </a:p>
        </p:txBody>
      </p:sp>
      <p:sp>
        <p:nvSpPr>
          <p:cNvPr id="20" name="Text Placeholder 5"/>
          <p:cNvSpPr>
            <a:spLocks noGrp="1"/>
          </p:cNvSpPr>
          <p:nvPr>
            <p:ph type="body" sz="quarter" idx="20" hasCustomPrompt="1"/>
          </p:nvPr>
        </p:nvSpPr>
        <p:spPr>
          <a:xfrm>
            <a:off x="533400" y="14212514"/>
            <a:ext cx="16259948" cy="759110"/>
          </a:xfrm>
          <a:prstGeom prst="rect">
            <a:avLst/>
          </a:prstGeom>
          <a:noFill/>
        </p:spPr>
        <p:txBody>
          <a:bodyPr wrap="square" lIns="91436" tIns="91436" rIns="91436" bIns="91436" anchor="t" anchorCtr="0">
            <a:spAutoFit/>
          </a:bodyPr>
          <a:lstStyle>
            <a:lvl1pPr marL="0" indent="0" algn="l">
              <a:buNone/>
              <a:defRPr sz="3735" b="1" u="sng" baseline="0">
                <a:solidFill>
                  <a:srgbClr val="225EAC"/>
                </a:solidFill>
                <a:latin typeface="Century Gothic" panose="020B0502020202020204" pitchFamily="34" charset="0"/>
              </a:defRPr>
            </a:lvl1pPr>
          </a:lstStyle>
          <a:p>
            <a:pPr lvl="0"/>
            <a:r>
              <a:rPr lang="en-US" dirty="0"/>
              <a:t>(click to edit)  OBJECTIVES</a:t>
            </a:r>
            <a:endParaRPr lang="en-US" dirty="0"/>
          </a:p>
        </p:txBody>
      </p:sp>
      <p:sp>
        <p:nvSpPr>
          <p:cNvPr id="21" name="Text Placeholder 3"/>
          <p:cNvSpPr>
            <a:spLocks noGrp="1"/>
          </p:cNvSpPr>
          <p:nvPr>
            <p:ph type="body" sz="quarter" idx="21" hasCustomPrompt="1"/>
          </p:nvPr>
        </p:nvSpPr>
        <p:spPr>
          <a:xfrm>
            <a:off x="17646650" y="6415058"/>
            <a:ext cx="15957550" cy="910548"/>
          </a:xfrm>
          <a:prstGeom prst="rect">
            <a:avLst/>
          </a:prstGeom>
        </p:spPr>
        <p:txBody>
          <a:bodyPr wrap="square" lIns="228589" tIns="228589" rIns="228589" bIns="228589">
            <a:spAutoFit/>
          </a:bodyPr>
          <a:lstStyle>
            <a:lvl1pPr marL="0" indent="0">
              <a:buNone/>
              <a:defRPr sz="2915">
                <a:solidFill>
                  <a:schemeClr val="accent5">
                    <a:lumMod val="50000"/>
                  </a:schemeClr>
                </a:solidFill>
                <a:latin typeface="Century Gothic" panose="020B0502020202020204" pitchFamily="34" charset="0"/>
                <a:cs typeface="Times New Roman" panose="02020603050405020304" pitchFamily="18" charset="0"/>
              </a:defRPr>
            </a:lvl1pPr>
            <a:lvl2pPr marL="1733550" indent="-666750">
              <a:defRPr sz="2915">
                <a:latin typeface="Trebuchet MS" panose="020B0603020202020204" pitchFamily="34" charset="0"/>
              </a:defRPr>
            </a:lvl2pPr>
            <a:lvl3pPr marL="2400300" indent="-666750">
              <a:defRPr sz="2915">
                <a:latin typeface="Trebuchet MS" panose="020B0603020202020204" pitchFamily="34" charset="0"/>
              </a:defRPr>
            </a:lvl3pPr>
            <a:lvl4pPr marL="3133725" indent="-733425">
              <a:defRPr sz="2915">
                <a:latin typeface="Trebuchet MS" panose="020B0603020202020204" pitchFamily="34" charset="0"/>
              </a:defRPr>
            </a:lvl4pPr>
            <a:lvl5pPr marL="3667125" indent="-533400">
              <a:defRPr sz="2915">
                <a:latin typeface="Trebuchet MS" panose="020B0603020202020204" pitchFamily="34" charset="0"/>
              </a:defRPr>
            </a:lvl5pPr>
          </a:lstStyle>
          <a:p>
            <a:pPr lvl="0"/>
            <a:r>
              <a:rPr lang="en-US" dirty="0"/>
              <a:t>Type in or paste your text here</a:t>
            </a:r>
            <a:endParaRPr lang="en-US" dirty="0"/>
          </a:p>
        </p:txBody>
      </p:sp>
      <p:sp>
        <p:nvSpPr>
          <p:cNvPr id="22" name="Text Placeholder 5"/>
          <p:cNvSpPr>
            <a:spLocks noGrp="1"/>
          </p:cNvSpPr>
          <p:nvPr>
            <p:ph type="body" sz="quarter" idx="22" hasCustomPrompt="1"/>
          </p:nvPr>
        </p:nvSpPr>
        <p:spPr>
          <a:xfrm>
            <a:off x="17636922" y="5561076"/>
            <a:ext cx="15957548" cy="754045"/>
          </a:xfrm>
          <a:prstGeom prst="rect">
            <a:avLst/>
          </a:prstGeom>
          <a:noFill/>
        </p:spPr>
        <p:txBody>
          <a:bodyPr wrap="square" lIns="91436" tIns="91436" rIns="91436" bIns="91436" anchor="t" anchorCtr="0">
            <a:spAutoFit/>
          </a:bodyPr>
          <a:lstStyle>
            <a:lvl1pPr marL="0" indent="0" algn="l">
              <a:buNone/>
              <a:defRPr sz="3735" b="1" u="sng" baseline="0">
                <a:solidFill>
                  <a:srgbClr val="225EAC"/>
                </a:solidFill>
                <a:latin typeface="Century Gothic" panose="020B0502020202020204" pitchFamily="34" charset="0"/>
              </a:defRPr>
            </a:lvl1pPr>
          </a:lstStyle>
          <a:p>
            <a:pPr lvl="0"/>
            <a:r>
              <a:rPr lang="en-US" dirty="0"/>
              <a:t>(click to edit)  MATERIALS &amp; METHODS</a:t>
            </a:r>
            <a:endParaRPr lang="en-US" dirty="0"/>
          </a:p>
        </p:txBody>
      </p:sp>
      <p:sp>
        <p:nvSpPr>
          <p:cNvPr id="23" name="Text Placeholder 3"/>
          <p:cNvSpPr>
            <a:spLocks noGrp="1"/>
          </p:cNvSpPr>
          <p:nvPr>
            <p:ph type="body" sz="quarter" idx="23" hasCustomPrompt="1"/>
          </p:nvPr>
        </p:nvSpPr>
        <p:spPr>
          <a:xfrm>
            <a:off x="17639278" y="18209884"/>
            <a:ext cx="15954232" cy="910548"/>
          </a:xfrm>
          <a:prstGeom prst="rect">
            <a:avLst/>
          </a:prstGeom>
        </p:spPr>
        <p:txBody>
          <a:bodyPr wrap="square" lIns="228589" tIns="228589" rIns="228589" bIns="228589">
            <a:spAutoFit/>
          </a:bodyPr>
          <a:lstStyle>
            <a:lvl1pPr marL="0" indent="0">
              <a:buNone/>
              <a:defRPr sz="2915">
                <a:solidFill>
                  <a:schemeClr val="accent5">
                    <a:lumMod val="50000"/>
                  </a:schemeClr>
                </a:solidFill>
                <a:latin typeface="Century Gothic" panose="020B0502020202020204" pitchFamily="34" charset="0"/>
                <a:cs typeface="Times New Roman" panose="02020603050405020304" pitchFamily="18" charset="0"/>
              </a:defRPr>
            </a:lvl1pPr>
            <a:lvl2pPr marL="1733550" indent="-666750">
              <a:defRPr sz="2915">
                <a:latin typeface="Trebuchet MS" panose="020B0603020202020204" pitchFamily="34" charset="0"/>
              </a:defRPr>
            </a:lvl2pPr>
            <a:lvl3pPr marL="2400300" indent="-666750">
              <a:defRPr sz="2915">
                <a:latin typeface="Trebuchet MS" panose="020B0603020202020204" pitchFamily="34" charset="0"/>
              </a:defRPr>
            </a:lvl3pPr>
            <a:lvl4pPr marL="3133725" indent="-733425">
              <a:defRPr sz="2915">
                <a:latin typeface="Trebuchet MS" panose="020B0603020202020204" pitchFamily="34" charset="0"/>
              </a:defRPr>
            </a:lvl4pPr>
            <a:lvl5pPr marL="3667125" indent="-533400">
              <a:defRPr sz="2915">
                <a:latin typeface="Trebuchet MS" panose="020B0603020202020204" pitchFamily="34" charset="0"/>
              </a:defRPr>
            </a:lvl5pPr>
          </a:lstStyle>
          <a:p>
            <a:pPr lvl="0"/>
            <a:r>
              <a:rPr lang="en-US" dirty="0"/>
              <a:t>Type in or paste your text here</a:t>
            </a:r>
            <a:endParaRPr lang="en-US" dirty="0"/>
          </a:p>
        </p:txBody>
      </p:sp>
      <p:sp>
        <p:nvSpPr>
          <p:cNvPr id="24" name="Text Placeholder 5"/>
          <p:cNvSpPr>
            <a:spLocks noGrp="1"/>
          </p:cNvSpPr>
          <p:nvPr>
            <p:ph type="body" sz="quarter" idx="24" hasCustomPrompt="1"/>
          </p:nvPr>
        </p:nvSpPr>
        <p:spPr>
          <a:xfrm>
            <a:off x="17636922" y="17406086"/>
            <a:ext cx="15967278" cy="759110"/>
          </a:xfrm>
          <a:prstGeom prst="rect">
            <a:avLst/>
          </a:prstGeom>
          <a:noFill/>
        </p:spPr>
        <p:txBody>
          <a:bodyPr wrap="square" lIns="91436" tIns="91436" rIns="91436" bIns="91436" anchor="t" anchorCtr="0">
            <a:spAutoFit/>
          </a:bodyPr>
          <a:lstStyle>
            <a:lvl1pPr marL="0" indent="0" algn="l">
              <a:buNone/>
              <a:defRPr sz="3735" b="1" u="sng" baseline="0">
                <a:solidFill>
                  <a:srgbClr val="225EAC"/>
                </a:solidFill>
                <a:latin typeface="Century Gothic" panose="020B0502020202020204" pitchFamily="34" charset="0"/>
              </a:defRPr>
            </a:lvl1pPr>
          </a:lstStyle>
          <a:p>
            <a:pPr lvl="0"/>
            <a:r>
              <a:rPr lang="en-US" dirty="0"/>
              <a:t>(click to edit)  RESULTS</a:t>
            </a:r>
            <a:endParaRPr lang="en-US" dirty="0"/>
          </a:p>
        </p:txBody>
      </p:sp>
      <p:sp>
        <p:nvSpPr>
          <p:cNvPr id="25" name="Text Placeholder 5"/>
          <p:cNvSpPr>
            <a:spLocks noGrp="1"/>
          </p:cNvSpPr>
          <p:nvPr>
            <p:ph type="body" sz="quarter" idx="25" hasCustomPrompt="1"/>
          </p:nvPr>
        </p:nvSpPr>
        <p:spPr>
          <a:xfrm>
            <a:off x="34400782" y="5561077"/>
            <a:ext cx="16291679" cy="754045"/>
          </a:xfrm>
          <a:prstGeom prst="rect">
            <a:avLst/>
          </a:prstGeom>
          <a:noFill/>
        </p:spPr>
        <p:txBody>
          <a:bodyPr wrap="square" lIns="91436" tIns="91436" rIns="91436" bIns="91436" anchor="t" anchorCtr="0">
            <a:spAutoFit/>
          </a:bodyPr>
          <a:lstStyle>
            <a:lvl1pPr marL="0" indent="0" algn="l">
              <a:buNone/>
              <a:defRPr sz="3735" b="1" u="sng" baseline="0">
                <a:solidFill>
                  <a:srgbClr val="225EAC"/>
                </a:solidFill>
                <a:latin typeface="Century Gothic" panose="020B0502020202020204" pitchFamily="34" charset="0"/>
              </a:defRPr>
            </a:lvl1pPr>
          </a:lstStyle>
          <a:p>
            <a:pPr lvl="0"/>
            <a:r>
              <a:rPr lang="en-US" dirty="0"/>
              <a:t>(click to edit)  CONCLUSIONS</a:t>
            </a:r>
            <a:endParaRPr lang="en-US" dirty="0"/>
          </a:p>
        </p:txBody>
      </p:sp>
      <p:sp>
        <p:nvSpPr>
          <p:cNvPr id="26" name="Text Placeholder 3"/>
          <p:cNvSpPr>
            <a:spLocks noGrp="1"/>
          </p:cNvSpPr>
          <p:nvPr>
            <p:ph type="body" sz="quarter" idx="26" hasCustomPrompt="1"/>
          </p:nvPr>
        </p:nvSpPr>
        <p:spPr>
          <a:xfrm>
            <a:off x="34387537" y="6376918"/>
            <a:ext cx="16304924" cy="910548"/>
          </a:xfrm>
          <a:prstGeom prst="rect">
            <a:avLst/>
          </a:prstGeom>
        </p:spPr>
        <p:txBody>
          <a:bodyPr wrap="square" lIns="228589" tIns="228589" rIns="228589" bIns="228589">
            <a:spAutoFit/>
          </a:bodyPr>
          <a:lstStyle>
            <a:lvl1pPr marL="0" indent="0">
              <a:buNone/>
              <a:defRPr sz="2915">
                <a:solidFill>
                  <a:schemeClr val="accent5">
                    <a:lumMod val="50000"/>
                  </a:schemeClr>
                </a:solidFill>
                <a:latin typeface="Century Gothic" panose="020B0502020202020204" pitchFamily="34" charset="0"/>
                <a:cs typeface="Times New Roman" panose="02020603050405020304" pitchFamily="18" charset="0"/>
              </a:defRPr>
            </a:lvl1pPr>
            <a:lvl2pPr marL="1733550" indent="-666750">
              <a:defRPr sz="2915">
                <a:latin typeface="Trebuchet MS" panose="020B0603020202020204" pitchFamily="34" charset="0"/>
              </a:defRPr>
            </a:lvl2pPr>
            <a:lvl3pPr marL="2400300" indent="-666750">
              <a:defRPr sz="2915">
                <a:latin typeface="Trebuchet MS" panose="020B0603020202020204" pitchFamily="34" charset="0"/>
              </a:defRPr>
            </a:lvl3pPr>
            <a:lvl4pPr marL="3133725" indent="-733425">
              <a:defRPr sz="2915">
                <a:latin typeface="Trebuchet MS" panose="020B0603020202020204" pitchFamily="34" charset="0"/>
              </a:defRPr>
            </a:lvl4pPr>
            <a:lvl5pPr marL="3667125" indent="-533400">
              <a:defRPr sz="2915">
                <a:latin typeface="Trebuchet MS" panose="020B0603020202020204" pitchFamily="34" charset="0"/>
              </a:defRPr>
            </a:lvl5pPr>
          </a:lstStyle>
          <a:p>
            <a:pPr lvl="0"/>
            <a:r>
              <a:rPr lang="en-US" dirty="0"/>
              <a:t>Type in or paste your text here</a:t>
            </a:r>
            <a:endParaRPr lang="en-US" dirty="0"/>
          </a:p>
        </p:txBody>
      </p:sp>
      <p:sp>
        <p:nvSpPr>
          <p:cNvPr id="27" name="Text Placeholder 5"/>
          <p:cNvSpPr>
            <a:spLocks noGrp="1"/>
          </p:cNvSpPr>
          <p:nvPr>
            <p:ph type="body" sz="quarter" idx="27" hasCustomPrompt="1"/>
          </p:nvPr>
        </p:nvSpPr>
        <p:spPr>
          <a:xfrm>
            <a:off x="34420244" y="19693825"/>
            <a:ext cx="16278431" cy="754045"/>
          </a:xfrm>
          <a:prstGeom prst="rect">
            <a:avLst/>
          </a:prstGeom>
          <a:noFill/>
        </p:spPr>
        <p:txBody>
          <a:bodyPr wrap="square" lIns="91436" tIns="91436" rIns="91436" bIns="91436" anchor="t" anchorCtr="0">
            <a:spAutoFit/>
          </a:bodyPr>
          <a:lstStyle>
            <a:lvl1pPr marL="0" indent="0" algn="l">
              <a:buNone/>
              <a:defRPr sz="3735" b="1" u="sng" baseline="0">
                <a:solidFill>
                  <a:srgbClr val="225EAC"/>
                </a:solidFill>
                <a:latin typeface="Century Gothic" panose="020B0502020202020204" pitchFamily="34" charset="0"/>
              </a:defRPr>
            </a:lvl1pPr>
          </a:lstStyle>
          <a:p>
            <a:pPr lvl="0"/>
            <a:r>
              <a:rPr lang="en-US" dirty="0"/>
              <a:t>(click to edit)  REFERENCES</a:t>
            </a:r>
            <a:endParaRPr lang="en-US" dirty="0"/>
          </a:p>
        </p:txBody>
      </p:sp>
      <p:sp>
        <p:nvSpPr>
          <p:cNvPr id="28" name="Text Placeholder 3"/>
          <p:cNvSpPr>
            <a:spLocks noGrp="1"/>
          </p:cNvSpPr>
          <p:nvPr>
            <p:ph type="body" sz="quarter" idx="28" hasCustomPrompt="1"/>
          </p:nvPr>
        </p:nvSpPr>
        <p:spPr>
          <a:xfrm>
            <a:off x="34419900" y="20522799"/>
            <a:ext cx="16265183" cy="910548"/>
          </a:xfrm>
          <a:prstGeom prst="rect">
            <a:avLst/>
          </a:prstGeom>
        </p:spPr>
        <p:txBody>
          <a:bodyPr wrap="square" lIns="228589" tIns="228589" rIns="228589" bIns="228589">
            <a:spAutoFit/>
          </a:bodyPr>
          <a:lstStyle>
            <a:lvl1pPr marL="0" indent="0">
              <a:buNone/>
              <a:defRPr sz="2915">
                <a:solidFill>
                  <a:schemeClr val="accent5">
                    <a:lumMod val="50000"/>
                  </a:schemeClr>
                </a:solidFill>
                <a:latin typeface="Century Gothic" panose="020B0502020202020204" pitchFamily="34" charset="0"/>
                <a:cs typeface="Times New Roman" panose="02020603050405020304" pitchFamily="18" charset="0"/>
              </a:defRPr>
            </a:lvl1pPr>
            <a:lvl2pPr marL="1733550" indent="-666750">
              <a:defRPr sz="2915">
                <a:latin typeface="Trebuchet MS" panose="020B0603020202020204" pitchFamily="34" charset="0"/>
              </a:defRPr>
            </a:lvl2pPr>
            <a:lvl3pPr marL="2400300" indent="-666750">
              <a:defRPr sz="2915">
                <a:latin typeface="Trebuchet MS" panose="020B0603020202020204" pitchFamily="34" charset="0"/>
              </a:defRPr>
            </a:lvl3pPr>
            <a:lvl4pPr marL="3133725" indent="-733425">
              <a:defRPr sz="2915">
                <a:latin typeface="Trebuchet MS" panose="020B0603020202020204" pitchFamily="34" charset="0"/>
              </a:defRPr>
            </a:lvl4pPr>
            <a:lvl5pPr marL="3667125" indent="-533400">
              <a:defRPr sz="2915">
                <a:latin typeface="Trebuchet MS" panose="020B0603020202020204" pitchFamily="34" charset="0"/>
              </a:defRPr>
            </a:lvl5pPr>
          </a:lstStyle>
          <a:p>
            <a:pPr lvl="0"/>
            <a:r>
              <a:rPr lang="en-US" dirty="0"/>
              <a:t>Type in or paste your text here</a:t>
            </a:r>
            <a:endParaRPr lang="en-US" dirty="0"/>
          </a:p>
        </p:txBody>
      </p:sp>
      <p:sp>
        <p:nvSpPr>
          <p:cNvPr id="29" name="Text Placeholder 5"/>
          <p:cNvSpPr>
            <a:spLocks noGrp="1"/>
          </p:cNvSpPr>
          <p:nvPr>
            <p:ph type="body" sz="quarter" idx="29" hasCustomPrompt="1"/>
          </p:nvPr>
        </p:nvSpPr>
        <p:spPr>
          <a:xfrm>
            <a:off x="34422021" y="28063374"/>
            <a:ext cx="16270440" cy="754045"/>
          </a:xfrm>
          <a:prstGeom prst="rect">
            <a:avLst/>
          </a:prstGeom>
          <a:noFill/>
        </p:spPr>
        <p:txBody>
          <a:bodyPr wrap="square" lIns="91436" tIns="91436" rIns="91436" bIns="91436" anchor="t" anchorCtr="0">
            <a:spAutoFit/>
          </a:bodyPr>
          <a:lstStyle>
            <a:lvl1pPr marL="0" indent="0" algn="l">
              <a:buNone/>
              <a:defRPr sz="3735" b="1" u="sng" baseline="0">
                <a:solidFill>
                  <a:srgbClr val="225EAC"/>
                </a:solidFill>
                <a:latin typeface="Century Gothic" panose="020B0502020202020204" pitchFamily="34" charset="0"/>
              </a:defRPr>
            </a:lvl1pPr>
          </a:lstStyle>
          <a:p>
            <a:pPr lvl="0"/>
            <a:r>
              <a:rPr lang="en-US" dirty="0"/>
              <a:t>(click to edit)  ACKNOWLEDGEMENTS or  CONTACT</a:t>
            </a:r>
            <a:endParaRPr lang="en-US" dirty="0"/>
          </a:p>
        </p:txBody>
      </p:sp>
      <p:sp>
        <p:nvSpPr>
          <p:cNvPr id="30" name="Text Placeholder 3"/>
          <p:cNvSpPr>
            <a:spLocks noGrp="1"/>
          </p:cNvSpPr>
          <p:nvPr>
            <p:ph type="body" sz="quarter" idx="30" hasCustomPrompt="1"/>
          </p:nvPr>
        </p:nvSpPr>
        <p:spPr>
          <a:xfrm>
            <a:off x="34419900" y="28924101"/>
            <a:ext cx="16278432" cy="910548"/>
          </a:xfrm>
          <a:prstGeom prst="rect">
            <a:avLst/>
          </a:prstGeom>
        </p:spPr>
        <p:txBody>
          <a:bodyPr wrap="square" lIns="228589" tIns="228589" rIns="228589" bIns="228589">
            <a:spAutoFit/>
          </a:bodyPr>
          <a:lstStyle>
            <a:lvl1pPr marL="0" indent="0">
              <a:buNone/>
              <a:defRPr sz="2915">
                <a:solidFill>
                  <a:schemeClr val="accent5">
                    <a:lumMod val="50000"/>
                  </a:schemeClr>
                </a:solidFill>
                <a:latin typeface="Century Gothic" panose="020B0502020202020204" pitchFamily="34" charset="0"/>
                <a:cs typeface="Times New Roman" panose="02020603050405020304" pitchFamily="18" charset="0"/>
              </a:defRPr>
            </a:lvl1pPr>
            <a:lvl2pPr marL="1733550" indent="-666750">
              <a:defRPr sz="2915">
                <a:latin typeface="Trebuchet MS" panose="020B0603020202020204" pitchFamily="34" charset="0"/>
              </a:defRPr>
            </a:lvl2pPr>
            <a:lvl3pPr marL="2400300" indent="-666750">
              <a:defRPr sz="2915">
                <a:latin typeface="Trebuchet MS" panose="020B0603020202020204" pitchFamily="34" charset="0"/>
              </a:defRPr>
            </a:lvl3pPr>
            <a:lvl4pPr marL="3133725" indent="-733425">
              <a:defRPr sz="2915">
                <a:latin typeface="Trebuchet MS" panose="020B0603020202020204" pitchFamily="34" charset="0"/>
              </a:defRPr>
            </a:lvl4pPr>
            <a:lvl5pPr marL="3667125" indent="-533400">
              <a:defRPr sz="2915">
                <a:latin typeface="Trebuchet MS" panose="020B0603020202020204" pitchFamily="34" charset="0"/>
              </a:defRPr>
            </a:lvl5pPr>
          </a:lstStyle>
          <a:p>
            <a:pPr lvl="0"/>
            <a:r>
              <a:rPr lang="en-US" dirty="0"/>
              <a:t>Type in or paste your text here</a:t>
            </a:r>
            <a:endParaRPr lang="en-US" dirty="0"/>
          </a:p>
        </p:txBody>
      </p:sp>
      <p:sp>
        <p:nvSpPr>
          <p:cNvPr id="60" name="Text Placeholder 3"/>
          <p:cNvSpPr>
            <a:spLocks noGrp="1"/>
          </p:cNvSpPr>
          <p:nvPr>
            <p:ph type="body" sz="quarter" idx="96" hasCustomPrompt="1"/>
          </p:nvPr>
        </p:nvSpPr>
        <p:spPr>
          <a:xfrm>
            <a:off x="529538" y="15000539"/>
            <a:ext cx="16265181" cy="910548"/>
          </a:xfrm>
          <a:prstGeom prst="rect">
            <a:avLst/>
          </a:prstGeom>
        </p:spPr>
        <p:txBody>
          <a:bodyPr wrap="square" lIns="228589" tIns="228589" rIns="228589" bIns="228589">
            <a:spAutoFit/>
          </a:bodyPr>
          <a:lstStyle>
            <a:lvl1pPr marL="0" indent="0">
              <a:buNone/>
              <a:defRPr sz="2915">
                <a:solidFill>
                  <a:schemeClr val="accent5">
                    <a:lumMod val="50000"/>
                  </a:schemeClr>
                </a:solidFill>
                <a:latin typeface="Century Gothic" panose="020B0502020202020204" pitchFamily="34" charset="0"/>
                <a:cs typeface="Times New Roman" panose="02020603050405020304" pitchFamily="18" charset="0"/>
              </a:defRPr>
            </a:lvl1pPr>
            <a:lvl2pPr marL="1733550" indent="-666750">
              <a:defRPr sz="2915">
                <a:latin typeface="Trebuchet MS" panose="020B0603020202020204" pitchFamily="34" charset="0"/>
              </a:defRPr>
            </a:lvl2pPr>
            <a:lvl3pPr marL="2400300" indent="-666750">
              <a:defRPr sz="2915">
                <a:latin typeface="Trebuchet MS" panose="020B0603020202020204" pitchFamily="34" charset="0"/>
              </a:defRPr>
            </a:lvl3pPr>
            <a:lvl4pPr marL="3133725" indent="-733425">
              <a:defRPr sz="2915">
                <a:latin typeface="Trebuchet MS" panose="020B0603020202020204" pitchFamily="34" charset="0"/>
              </a:defRPr>
            </a:lvl4pPr>
            <a:lvl5pPr marL="3667125" indent="-533400">
              <a:defRPr sz="2915">
                <a:latin typeface="Trebuchet MS" panose="020B0603020202020204" pitchFamily="34" charset="0"/>
              </a:defRPr>
            </a:lvl5pPr>
          </a:lstStyle>
          <a:p>
            <a:pPr lvl="0"/>
            <a:r>
              <a:rPr lang="en-US" dirty="0"/>
              <a:t>Type in or paste your text here</a:t>
            </a:r>
            <a:endParaRPr lang="en-US" dirty="0"/>
          </a:p>
        </p:txBody>
      </p:sp>
      <p:sp>
        <p:nvSpPr>
          <p:cNvPr id="77" name="Text Placeholder 76"/>
          <p:cNvSpPr>
            <a:spLocks noGrp="1"/>
          </p:cNvSpPr>
          <p:nvPr>
            <p:ph type="body" sz="quarter" idx="150" hasCustomPrompt="1"/>
          </p:nvPr>
        </p:nvSpPr>
        <p:spPr>
          <a:xfrm>
            <a:off x="6705611" y="3407994"/>
            <a:ext cx="37947579" cy="666786"/>
          </a:xfrm>
          <a:prstGeom prst="rect">
            <a:avLst/>
          </a:prstGeom>
        </p:spPr>
        <p:txBody>
          <a:bodyPr wrap="square">
            <a:spAutoFit/>
          </a:bodyPr>
          <a:lstStyle>
            <a:lvl1pPr marL="0" indent="0" algn="ctr">
              <a:buFontTx/>
              <a:buNone/>
              <a:defRPr sz="3735">
                <a:solidFill>
                  <a:schemeClr val="bg1"/>
                </a:solidFill>
                <a:latin typeface="Century Gothic" panose="020B0502020202020204" pitchFamily="34" charset="0"/>
              </a:defRPr>
            </a:lvl1pPr>
            <a:lvl2pPr>
              <a:buFontTx/>
              <a:buNone/>
              <a:defRPr sz="8400"/>
            </a:lvl2pPr>
            <a:lvl3pPr>
              <a:buFontTx/>
              <a:buNone/>
              <a:defRPr sz="8400"/>
            </a:lvl3pPr>
            <a:lvl4pPr>
              <a:buFontTx/>
              <a:buNone/>
              <a:defRPr sz="8400"/>
            </a:lvl4pPr>
            <a:lvl5pPr>
              <a:buFontTx/>
              <a:buNone/>
              <a:defRPr sz="8400"/>
            </a:lvl5pPr>
          </a:lstStyle>
          <a:p>
            <a:pPr lvl="0"/>
            <a:r>
              <a:rPr lang="en-US" dirty="0"/>
              <a:t>Click here to add affiliations</a:t>
            </a:r>
            <a:endParaRPr lang="en-US" dirty="0"/>
          </a:p>
        </p:txBody>
      </p:sp>
      <p:sp>
        <p:nvSpPr>
          <p:cNvPr id="78" name="Text Placeholder 76"/>
          <p:cNvSpPr>
            <a:spLocks noGrp="1"/>
          </p:cNvSpPr>
          <p:nvPr>
            <p:ph type="body" sz="quarter" idx="151" hasCustomPrompt="1"/>
          </p:nvPr>
        </p:nvSpPr>
        <p:spPr>
          <a:xfrm>
            <a:off x="6705611" y="2337065"/>
            <a:ext cx="37947579" cy="882229"/>
          </a:xfrm>
          <a:prstGeom prst="rect">
            <a:avLst/>
          </a:prstGeom>
        </p:spPr>
        <p:txBody>
          <a:bodyPr wrap="square" anchor="t" anchorCtr="0">
            <a:spAutoFit/>
          </a:bodyPr>
          <a:lstStyle>
            <a:lvl1pPr marL="0" indent="0" algn="ctr">
              <a:buFontTx/>
              <a:buNone/>
              <a:defRPr sz="5135">
                <a:solidFill>
                  <a:schemeClr val="bg1"/>
                </a:solidFill>
                <a:latin typeface="Century Gothic" panose="020B0502020202020204" pitchFamily="34" charset="0"/>
              </a:defRPr>
            </a:lvl1pPr>
            <a:lvl2pPr>
              <a:buFontTx/>
              <a:buNone/>
              <a:defRPr sz="8400"/>
            </a:lvl2pPr>
            <a:lvl3pPr>
              <a:buFontTx/>
              <a:buNone/>
              <a:defRPr sz="8400"/>
            </a:lvl3pPr>
            <a:lvl4pPr>
              <a:buFontTx/>
              <a:buNone/>
              <a:defRPr sz="8400"/>
            </a:lvl4pPr>
            <a:lvl5pPr>
              <a:buFontTx/>
              <a:buNone/>
              <a:defRPr sz="8400"/>
            </a:lvl5pPr>
          </a:lstStyle>
          <a:p>
            <a:pPr lvl="0"/>
            <a:r>
              <a:rPr lang="en-US" dirty="0"/>
              <a:t>Click here to add authors</a:t>
            </a:r>
            <a:endParaRPr lang="en-US" dirty="0"/>
          </a:p>
        </p:txBody>
      </p:sp>
      <p:sp>
        <p:nvSpPr>
          <p:cNvPr id="79" name="Text Placeholder 76"/>
          <p:cNvSpPr>
            <a:spLocks noGrp="1"/>
          </p:cNvSpPr>
          <p:nvPr>
            <p:ph type="body" sz="quarter" idx="153" hasCustomPrompt="1"/>
          </p:nvPr>
        </p:nvSpPr>
        <p:spPr>
          <a:xfrm>
            <a:off x="6705611" y="833573"/>
            <a:ext cx="37947579" cy="1169551"/>
          </a:xfrm>
          <a:prstGeom prst="rect">
            <a:avLst/>
          </a:prstGeom>
        </p:spPr>
        <p:txBody>
          <a:bodyPr wrap="square" anchor="t" anchorCtr="0">
            <a:spAutoFit/>
          </a:bodyPr>
          <a:lstStyle>
            <a:lvl1pPr marL="0" indent="0" algn="ctr">
              <a:buFontTx/>
              <a:buNone/>
              <a:defRPr sz="7000" b="1">
                <a:solidFill>
                  <a:schemeClr val="bg1"/>
                </a:solidFill>
                <a:latin typeface="Century Gothic" panose="020B0502020202020204" pitchFamily="34" charset="0"/>
              </a:defRPr>
            </a:lvl1pPr>
            <a:lvl2pPr>
              <a:buFontTx/>
              <a:buNone/>
              <a:defRPr sz="8400"/>
            </a:lvl2pPr>
            <a:lvl3pPr>
              <a:buFontTx/>
              <a:buNone/>
              <a:defRPr sz="8400"/>
            </a:lvl3pPr>
            <a:lvl4pPr>
              <a:buFontTx/>
              <a:buNone/>
              <a:defRPr sz="8400"/>
            </a:lvl4pPr>
            <a:lvl5pPr>
              <a:buFontTx/>
              <a:buNone/>
              <a:defRPr sz="8400"/>
            </a:lvl5pPr>
          </a:lstStyle>
          <a:p>
            <a:pPr lvl="0"/>
            <a:r>
              <a:rPr lang="en-US" dirty="0"/>
              <a:t>Click here to add title</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Minimal">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543048" y="6380023"/>
            <a:ext cx="16227346" cy="910548"/>
          </a:xfrm>
          <a:prstGeom prst="rect">
            <a:avLst/>
          </a:prstGeom>
        </p:spPr>
        <p:txBody>
          <a:bodyPr wrap="square" lIns="228589" tIns="228589" rIns="228589" bIns="228589">
            <a:spAutoFit/>
          </a:bodyPr>
          <a:lstStyle>
            <a:lvl1pPr marL="0" indent="0">
              <a:buNone/>
              <a:defRPr sz="2915">
                <a:solidFill>
                  <a:schemeClr val="accent5">
                    <a:lumMod val="50000"/>
                  </a:schemeClr>
                </a:solidFill>
                <a:latin typeface="Century Gothic" panose="020B0502020202020204" pitchFamily="34" charset="0"/>
                <a:cs typeface="Times New Roman" panose="02020603050405020304" pitchFamily="18" charset="0"/>
              </a:defRPr>
            </a:lvl1pPr>
            <a:lvl2pPr marL="1733550" indent="-666750">
              <a:defRPr sz="2915">
                <a:latin typeface="Trebuchet MS" panose="020B0603020202020204" pitchFamily="34" charset="0"/>
              </a:defRPr>
            </a:lvl2pPr>
            <a:lvl3pPr marL="2400300" indent="-666750">
              <a:defRPr sz="2915">
                <a:latin typeface="Trebuchet MS" panose="020B0603020202020204" pitchFamily="34" charset="0"/>
              </a:defRPr>
            </a:lvl3pPr>
            <a:lvl4pPr marL="3133725" indent="-733425">
              <a:defRPr sz="2915">
                <a:latin typeface="Trebuchet MS" panose="020B0603020202020204" pitchFamily="34" charset="0"/>
              </a:defRPr>
            </a:lvl4pPr>
            <a:lvl5pPr marL="3667125" indent="-533400">
              <a:defRPr sz="2915">
                <a:latin typeface="Trebuchet MS" panose="020B0603020202020204" pitchFamily="34" charset="0"/>
              </a:defRPr>
            </a:lvl5pPr>
          </a:lstStyle>
          <a:p>
            <a:pPr lvl="0"/>
            <a:r>
              <a:rPr lang="en-US" dirty="0"/>
              <a:t>Type in or paste your text here</a:t>
            </a:r>
            <a:endParaRPr lang="en-US" dirty="0"/>
          </a:p>
        </p:txBody>
      </p:sp>
      <p:sp>
        <p:nvSpPr>
          <p:cNvPr id="6" name="Text Placeholder 5"/>
          <p:cNvSpPr>
            <a:spLocks noGrp="1"/>
          </p:cNvSpPr>
          <p:nvPr>
            <p:ph type="body" sz="quarter" idx="11" hasCustomPrompt="1"/>
          </p:nvPr>
        </p:nvSpPr>
        <p:spPr>
          <a:xfrm>
            <a:off x="547412" y="5518887"/>
            <a:ext cx="16221434" cy="754045"/>
          </a:xfrm>
          <a:prstGeom prst="rect">
            <a:avLst/>
          </a:prstGeom>
          <a:noFill/>
        </p:spPr>
        <p:txBody>
          <a:bodyPr wrap="square" lIns="91436" tIns="91436" rIns="91436" bIns="91436" anchor="t" anchorCtr="0">
            <a:spAutoFit/>
          </a:bodyPr>
          <a:lstStyle>
            <a:lvl1pPr marL="0" indent="0" algn="l">
              <a:buNone/>
              <a:defRPr sz="3735" b="1" u="sng" baseline="0">
                <a:solidFill>
                  <a:srgbClr val="225EAC"/>
                </a:solidFill>
                <a:latin typeface="Century Gothic" panose="020B0502020202020204" pitchFamily="34" charset="0"/>
              </a:defRPr>
            </a:lvl1pPr>
          </a:lstStyle>
          <a:p>
            <a:pPr lvl="0"/>
            <a:r>
              <a:rPr lang="en-US" dirty="0"/>
              <a:t>(click to edit) INTRODUCTION or ABSTRACT</a:t>
            </a:r>
            <a:endParaRPr lang="en-US" dirty="0"/>
          </a:p>
        </p:txBody>
      </p:sp>
      <p:sp>
        <p:nvSpPr>
          <p:cNvPr id="20" name="Text Placeholder 5"/>
          <p:cNvSpPr>
            <a:spLocks noGrp="1"/>
          </p:cNvSpPr>
          <p:nvPr>
            <p:ph type="body" sz="quarter" idx="20" hasCustomPrompt="1"/>
          </p:nvPr>
        </p:nvSpPr>
        <p:spPr>
          <a:xfrm>
            <a:off x="533400" y="14212514"/>
            <a:ext cx="16259948" cy="759110"/>
          </a:xfrm>
          <a:prstGeom prst="rect">
            <a:avLst/>
          </a:prstGeom>
          <a:noFill/>
        </p:spPr>
        <p:txBody>
          <a:bodyPr wrap="square" lIns="91436" tIns="91436" rIns="91436" bIns="91436" anchor="t" anchorCtr="0">
            <a:spAutoFit/>
          </a:bodyPr>
          <a:lstStyle>
            <a:lvl1pPr marL="0" indent="0" algn="l">
              <a:buNone/>
              <a:defRPr sz="3735" b="1" u="sng" baseline="0">
                <a:solidFill>
                  <a:srgbClr val="225EAC"/>
                </a:solidFill>
                <a:latin typeface="Century Gothic" panose="020B0502020202020204" pitchFamily="34" charset="0"/>
              </a:defRPr>
            </a:lvl1pPr>
          </a:lstStyle>
          <a:p>
            <a:pPr lvl="0"/>
            <a:r>
              <a:rPr lang="en-US" dirty="0"/>
              <a:t>(click to edit)  OBJECTIVES</a:t>
            </a:r>
            <a:endParaRPr lang="en-US" dirty="0"/>
          </a:p>
        </p:txBody>
      </p:sp>
      <p:sp>
        <p:nvSpPr>
          <p:cNvPr id="21" name="Text Placeholder 3"/>
          <p:cNvSpPr>
            <a:spLocks noGrp="1"/>
          </p:cNvSpPr>
          <p:nvPr>
            <p:ph type="body" sz="quarter" idx="21" hasCustomPrompt="1"/>
          </p:nvPr>
        </p:nvSpPr>
        <p:spPr>
          <a:xfrm>
            <a:off x="17646650" y="6378482"/>
            <a:ext cx="15957550" cy="910548"/>
          </a:xfrm>
          <a:prstGeom prst="rect">
            <a:avLst/>
          </a:prstGeom>
        </p:spPr>
        <p:txBody>
          <a:bodyPr wrap="square" lIns="228589" tIns="228589" rIns="228589" bIns="228589">
            <a:spAutoFit/>
          </a:bodyPr>
          <a:lstStyle>
            <a:lvl1pPr marL="0" indent="0">
              <a:buNone/>
              <a:defRPr sz="2915">
                <a:solidFill>
                  <a:schemeClr val="accent5">
                    <a:lumMod val="50000"/>
                  </a:schemeClr>
                </a:solidFill>
                <a:latin typeface="Century Gothic" panose="020B0502020202020204" pitchFamily="34" charset="0"/>
                <a:cs typeface="Times New Roman" panose="02020603050405020304" pitchFamily="18" charset="0"/>
              </a:defRPr>
            </a:lvl1pPr>
            <a:lvl2pPr marL="1733550" indent="-666750">
              <a:defRPr sz="2915">
                <a:latin typeface="Trebuchet MS" panose="020B0603020202020204" pitchFamily="34" charset="0"/>
              </a:defRPr>
            </a:lvl2pPr>
            <a:lvl3pPr marL="2400300" indent="-666750">
              <a:defRPr sz="2915">
                <a:latin typeface="Trebuchet MS" panose="020B0603020202020204" pitchFamily="34" charset="0"/>
              </a:defRPr>
            </a:lvl3pPr>
            <a:lvl4pPr marL="3133725" indent="-733425">
              <a:defRPr sz="2915">
                <a:latin typeface="Trebuchet MS" panose="020B0603020202020204" pitchFamily="34" charset="0"/>
              </a:defRPr>
            </a:lvl4pPr>
            <a:lvl5pPr marL="3667125" indent="-533400">
              <a:defRPr sz="2915">
                <a:latin typeface="Trebuchet MS" panose="020B0603020202020204" pitchFamily="34" charset="0"/>
              </a:defRPr>
            </a:lvl5pPr>
          </a:lstStyle>
          <a:p>
            <a:pPr lvl="0"/>
            <a:r>
              <a:rPr lang="en-US" dirty="0"/>
              <a:t>Type in or paste your text here</a:t>
            </a:r>
            <a:endParaRPr lang="en-US" dirty="0"/>
          </a:p>
        </p:txBody>
      </p:sp>
      <p:sp>
        <p:nvSpPr>
          <p:cNvPr id="22" name="Text Placeholder 5"/>
          <p:cNvSpPr>
            <a:spLocks noGrp="1"/>
          </p:cNvSpPr>
          <p:nvPr>
            <p:ph type="body" sz="quarter" idx="22" hasCustomPrompt="1"/>
          </p:nvPr>
        </p:nvSpPr>
        <p:spPr>
          <a:xfrm>
            <a:off x="17636922" y="5524500"/>
            <a:ext cx="15957548" cy="754045"/>
          </a:xfrm>
          <a:prstGeom prst="rect">
            <a:avLst/>
          </a:prstGeom>
          <a:noFill/>
        </p:spPr>
        <p:txBody>
          <a:bodyPr wrap="square" lIns="91436" tIns="91436" rIns="91436" bIns="91436" anchor="t" anchorCtr="0">
            <a:spAutoFit/>
          </a:bodyPr>
          <a:lstStyle>
            <a:lvl1pPr marL="0" indent="0" algn="l">
              <a:buNone/>
              <a:defRPr sz="3735" b="1" u="sng" baseline="0">
                <a:solidFill>
                  <a:srgbClr val="225EAC"/>
                </a:solidFill>
                <a:latin typeface="Century Gothic" panose="020B0502020202020204" pitchFamily="34" charset="0"/>
              </a:defRPr>
            </a:lvl1pPr>
          </a:lstStyle>
          <a:p>
            <a:pPr lvl="0"/>
            <a:r>
              <a:rPr lang="en-US" dirty="0"/>
              <a:t>(click to edit)  MATERIALS &amp; METHODS</a:t>
            </a:r>
            <a:endParaRPr lang="en-US" dirty="0"/>
          </a:p>
        </p:txBody>
      </p:sp>
      <p:sp>
        <p:nvSpPr>
          <p:cNvPr id="23" name="Text Placeholder 3"/>
          <p:cNvSpPr>
            <a:spLocks noGrp="1"/>
          </p:cNvSpPr>
          <p:nvPr>
            <p:ph type="body" sz="quarter" idx="23" hasCustomPrompt="1"/>
          </p:nvPr>
        </p:nvSpPr>
        <p:spPr>
          <a:xfrm>
            <a:off x="17639278" y="18209884"/>
            <a:ext cx="15954232" cy="910548"/>
          </a:xfrm>
          <a:prstGeom prst="rect">
            <a:avLst/>
          </a:prstGeom>
        </p:spPr>
        <p:txBody>
          <a:bodyPr wrap="square" lIns="228589" tIns="228589" rIns="228589" bIns="228589">
            <a:spAutoFit/>
          </a:bodyPr>
          <a:lstStyle>
            <a:lvl1pPr marL="0" indent="0">
              <a:buNone/>
              <a:defRPr sz="2915">
                <a:solidFill>
                  <a:schemeClr val="accent5">
                    <a:lumMod val="50000"/>
                  </a:schemeClr>
                </a:solidFill>
                <a:latin typeface="Century Gothic" panose="020B0502020202020204" pitchFamily="34" charset="0"/>
                <a:cs typeface="Times New Roman" panose="02020603050405020304" pitchFamily="18" charset="0"/>
              </a:defRPr>
            </a:lvl1pPr>
            <a:lvl2pPr marL="1733550" indent="-666750">
              <a:defRPr sz="2915">
                <a:latin typeface="Trebuchet MS" panose="020B0603020202020204" pitchFamily="34" charset="0"/>
              </a:defRPr>
            </a:lvl2pPr>
            <a:lvl3pPr marL="2400300" indent="-666750">
              <a:defRPr sz="2915">
                <a:latin typeface="Trebuchet MS" panose="020B0603020202020204" pitchFamily="34" charset="0"/>
              </a:defRPr>
            </a:lvl3pPr>
            <a:lvl4pPr marL="3133725" indent="-733425">
              <a:defRPr sz="2915">
                <a:latin typeface="Trebuchet MS" panose="020B0603020202020204" pitchFamily="34" charset="0"/>
              </a:defRPr>
            </a:lvl4pPr>
            <a:lvl5pPr marL="3667125" indent="-533400">
              <a:defRPr sz="2915">
                <a:latin typeface="Trebuchet MS" panose="020B0603020202020204" pitchFamily="34" charset="0"/>
              </a:defRPr>
            </a:lvl5pPr>
          </a:lstStyle>
          <a:p>
            <a:pPr lvl="0"/>
            <a:r>
              <a:rPr lang="en-US" dirty="0"/>
              <a:t>Type in or paste your text here</a:t>
            </a:r>
            <a:endParaRPr lang="en-US" dirty="0"/>
          </a:p>
        </p:txBody>
      </p:sp>
      <p:sp>
        <p:nvSpPr>
          <p:cNvPr id="24" name="Text Placeholder 5"/>
          <p:cNvSpPr>
            <a:spLocks noGrp="1"/>
          </p:cNvSpPr>
          <p:nvPr>
            <p:ph type="body" sz="quarter" idx="24" hasCustomPrompt="1"/>
          </p:nvPr>
        </p:nvSpPr>
        <p:spPr>
          <a:xfrm>
            <a:off x="17636922" y="17406086"/>
            <a:ext cx="15967278" cy="759110"/>
          </a:xfrm>
          <a:prstGeom prst="rect">
            <a:avLst/>
          </a:prstGeom>
          <a:noFill/>
        </p:spPr>
        <p:txBody>
          <a:bodyPr wrap="square" lIns="91436" tIns="91436" rIns="91436" bIns="91436" anchor="t" anchorCtr="0">
            <a:spAutoFit/>
          </a:bodyPr>
          <a:lstStyle>
            <a:lvl1pPr marL="0" indent="0" algn="l">
              <a:buNone/>
              <a:defRPr sz="3735" b="1" u="sng" baseline="0">
                <a:solidFill>
                  <a:srgbClr val="225EAC"/>
                </a:solidFill>
                <a:latin typeface="Century Gothic" panose="020B0502020202020204" pitchFamily="34" charset="0"/>
              </a:defRPr>
            </a:lvl1pPr>
          </a:lstStyle>
          <a:p>
            <a:pPr lvl="0"/>
            <a:r>
              <a:rPr lang="en-US" dirty="0"/>
              <a:t>(click to edit)  RESULTS</a:t>
            </a:r>
            <a:endParaRPr lang="en-US" dirty="0"/>
          </a:p>
        </p:txBody>
      </p:sp>
      <p:sp>
        <p:nvSpPr>
          <p:cNvPr id="25" name="Text Placeholder 5"/>
          <p:cNvSpPr>
            <a:spLocks noGrp="1"/>
          </p:cNvSpPr>
          <p:nvPr>
            <p:ph type="body" sz="quarter" idx="25" hasCustomPrompt="1"/>
          </p:nvPr>
        </p:nvSpPr>
        <p:spPr>
          <a:xfrm>
            <a:off x="34400782" y="5524501"/>
            <a:ext cx="16291679" cy="754045"/>
          </a:xfrm>
          <a:prstGeom prst="rect">
            <a:avLst/>
          </a:prstGeom>
          <a:noFill/>
        </p:spPr>
        <p:txBody>
          <a:bodyPr wrap="square" lIns="91436" tIns="91436" rIns="91436" bIns="91436" anchor="t" anchorCtr="0">
            <a:spAutoFit/>
          </a:bodyPr>
          <a:lstStyle>
            <a:lvl1pPr marL="0" indent="0" algn="l">
              <a:buNone/>
              <a:defRPr sz="3735" b="1" u="sng" baseline="0">
                <a:solidFill>
                  <a:srgbClr val="225EAC"/>
                </a:solidFill>
                <a:latin typeface="Century Gothic" panose="020B0502020202020204" pitchFamily="34" charset="0"/>
              </a:defRPr>
            </a:lvl1pPr>
          </a:lstStyle>
          <a:p>
            <a:pPr lvl="0"/>
            <a:r>
              <a:rPr lang="en-US" dirty="0"/>
              <a:t>(click to edit)  CONCLUSIONS</a:t>
            </a:r>
            <a:endParaRPr lang="en-US" dirty="0"/>
          </a:p>
        </p:txBody>
      </p:sp>
      <p:sp>
        <p:nvSpPr>
          <p:cNvPr id="26" name="Text Placeholder 3"/>
          <p:cNvSpPr>
            <a:spLocks noGrp="1"/>
          </p:cNvSpPr>
          <p:nvPr>
            <p:ph type="body" sz="quarter" idx="26" hasCustomPrompt="1"/>
          </p:nvPr>
        </p:nvSpPr>
        <p:spPr>
          <a:xfrm>
            <a:off x="34387537" y="6340342"/>
            <a:ext cx="16304924" cy="910548"/>
          </a:xfrm>
          <a:prstGeom prst="rect">
            <a:avLst/>
          </a:prstGeom>
        </p:spPr>
        <p:txBody>
          <a:bodyPr wrap="square" lIns="228589" tIns="228589" rIns="228589" bIns="228589">
            <a:spAutoFit/>
          </a:bodyPr>
          <a:lstStyle>
            <a:lvl1pPr marL="0" indent="0">
              <a:buNone/>
              <a:defRPr sz="2915">
                <a:solidFill>
                  <a:schemeClr val="accent5">
                    <a:lumMod val="50000"/>
                  </a:schemeClr>
                </a:solidFill>
                <a:latin typeface="Century Gothic" panose="020B0502020202020204" pitchFamily="34" charset="0"/>
                <a:cs typeface="Times New Roman" panose="02020603050405020304" pitchFamily="18" charset="0"/>
              </a:defRPr>
            </a:lvl1pPr>
            <a:lvl2pPr marL="1733550" indent="-666750">
              <a:defRPr sz="2915">
                <a:latin typeface="Trebuchet MS" panose="020B0603020202020204" pitchFamily="34" charset="0"/>
              </a:defRPr>
            </a:lvl2pPr>
            <a:lvl3pPr marL="2400300" indent="-666750">
              <a:defRPr sz="2915">
                <a:latin typeface="Trebuchet MS" panose="020B0603020202020204" pitchFamily="34" charset="0"/>
              </a:defRPr>
            </a:lvl3pPr>
            <a:lvl4pPr marL="3133725" indent="-733425">
              <a:defRPr sz="2915">
                <a:latin typeface="Trebuchet MS" panose="020B0603020202020204" pitchFamily="34" charset="0"/>
              </a:defRPr>
            </a:lvl4pPr>
            <a:lvl5pPr marL="3667125" indent="-533400">
              <a:defRPr sz="2915">
                <a:latin typeface="Trebuchet MS" panose="020B0603020202020204" pitchFamily="34" charset="0"/>
              </a:defRPr>
            </a:lvl5pPr>
          </a:lstStyle>
          <a:p>
            <a:pPr lvl="0"/>
            <a:r>
              <a:rPr lang="en-US" dirty="0"/>
              <a:t>Type in or paste your text here</a:t>
            </a:r>
            <a:endParaRPr lang="en-US" dirty="0"/>
          </a:p>
        </p:txBody>
      </p:sp>
      <p:sp>
        <p:nvSpPr>
          <p:cNvPr id="27" name="Text Placeholder 5"/>
          <p:cNvSpPr>
            <a:spLocks noGrp="1"/>
          </p:cNvSpPr>
          <p:nvPr>
            <p:ph type="body" sz="quarter" idx="27" hasCustomPrompt="1"/>
          </p:nvPr>
        </p:nvSpPr>
        <p:spPr>
          <a:xfrm>
            <a:off x="34420244" y="19693825"/>
            <a:ext cx="16278431" cy="754045"/>
          </a:xfrm>
          <a:prstGeom prst="rect">
            <a:avLst/>
          </a:prstGeom>
          <a:noFill/>
        </p:spPr>
        <p:txBody>
          <a:bodyPr wrap="square" lIns="91436" tIns="91436" rIns="91436" bIns="91436" anchor="t" anchorCtr="0">
            <a:spAutoFit/>
          </a:bodyPr>
          <a:lstStyle>
            <a:lvl1pPr marL="0" indent="0" algn="l">
              <a:buNone/>
              <a:defRPr sz="3735" b="1" u="sng" baseline="0">
                <a:solidFill>
                  <a:srgbClr val="225EAC"/>
                </a:solidFill>
                <a:latin typeface="Century Gothic" panose="020B0502020202020204" pitchFamily="34" charset="0"/>
              </a:defRPr>
            </a:lvl1pPr>
          </a:lstStyle>
          <a:p>
            <a:pPr lvl="0"/>
            <a:r>
              <a:rPr lang="en-US" dirty="0"/>
              <a:t>(click to edit)  REFERENCES</a:t>
            </a:r>
            <a:endParaRPr lang="en-US" dirty="0"/>
          </a:p>
        </p:txBody>
      </p:sp>
      <p:sp>
        <p:nvSpPr>
          <p:cNvPr id="28" name="Text Placeholder 3"/>
          <p:cNvSpPr>
            <a:spLocks noGrp="1"/>
          </p:cNvSpPr>
          <p:nvPr>
            <p:ph type="body" sz="quarter" idx="28" hasCustomPrompt="1"/>
          </p:nvPr>
        </p:nvSpPr>
        <p:spPr>
          <a:xfrm>
            <a:off x="34419900" y="20522799"/>
            <a:ext cx="16265183" cy="910548"/>
          </a:xfrm>
          <a:prstGeom prst="rect">
            <a:avLst/>
          </a:prstGeom>
        </p:spPr>
        <p:txBody>
          <a:bodyPr wrap="square" lIns="228589" tIns="228589" rIns="228589" bIns="228589">
            <a:spAutoFit/>
          </a:bodyPr>
          <a:lstStyle>
            <a:lvl1pPr marL="0" indent="0">
              <a:buNone/>
              <a:defRPr sz="2915">
                <a:solidFill>
                  <a:schemeClr val="accent5">
                    <a:lumMod val="50000"/>
                  </a:schemeClr>
                </a:solidFill>
                <a:latin typeface="Century Gothic" panose="020B0502020202020204" pitchFamily="34" charset="0"/>
                <a:cs typeface="Times New Roman" panose="02020603050405020304" pitchFamily="18" charset="0"/>
              </a:defRPr>
            </a:lvl1pPr>
            <a:lvl2pPr marL="1733550" indent="-666750">
              <a:defRPr sz="2915">
                <a:latin typeface="Trebuchet MS" panose="020B0603020202020204" pitchFamily="34" charset="0"/>
              </a:defRPr>
            </a:lvl2pPr>
            <a:lvl3pPr marL="2400300" indent="-666750">
              <a:defRPr sz="2915">
                <a:latin typeface="Trebuchet MS" panose="020B0603020202020204" pitchFamily="34" charset="0"/>
              </a:defRPr>
            </a:lvl3pPr>
            <a:lvl4pPr marL="3133725" indent="-733425">
              <a:defRPr sz="2915">
                <a:latin typeface="Trebuchet MS" panose="020B0603020202020204" pitchFamily="34" charset="0"/>
              </a:defRPr>
            </a:lvl4pPr>
            <a:lvl5pPr marL="3667125" indent="-533400">
              <a:defRPr sz="2915">
                <a:latin typeface="Trebuchet MS" panose="020B0603020202020204" pitchFamily="34" charset="0"/>
              </a:defRPr>
            </a:lvl5pPr>
          </a:lstStyle>
          <a:p>
            <a:pPr lvl="0"/>
            <a:r>
              <a:rPr lang="en-US" dirty="0"/>
              <a:t>Type in or paste your text here</a:t>
            </a:r>
            <a:endParaRPr lang="en-US" dirty="0"/>
          </a:p>
        </p:txBody>
      </p:sp>
      <p:sp>
        <p:nvSpPr>
          <p:cNvPr id="29" name="Text Placeholder 5"/>
          <p:cNvSpPr>
            <a:spLocks noGrp="1"/>
          </p:cNvSpPr>
          <p:nvPr>
            <p:ph type="body" sz="quarter" idx="29" hasCustomPrompt="1"/>
          </p:nvPr>
        </p:nvSpPr>
        <p:spPr>
          <a:xfrm>
            <a:off x="34422021" y="28063374"/>
            <a:ext cx="16270440" cy="754045"/>
          </a:xfrm>
          <a:prstGeom prst="rect">
            <a:avLst/>
          </a:prstGeom>
          <a:noFill/>
        </p:spPr>
        <p:txBody>
          <a:bodyPr wrap="square" lIns="91436" tIns="91436" rIns="91436" bIns="91436" anchor="t" anchorCtr="0">
            <a:spAutoFit/>
          </a:bodyPr>
          <a:lstStyle>
            <a:lvl1pPr marL="0" indent="0" algn="l">
              <a:buNone/>
              <a:defRPr sz="3735" b="1" u="sng" baseline="0">
                <a:solidFill>
                  <a:srgbClr val="225EAC"/>
                </a:solidFill>
                <a:latin typeface="Century Gothic" panose="020B0502020202020204" pitchFamily="34" charset="0"/>
              </a:defRPr>
            </a:lvl1pPr>
          </a:lstStyle>
          <a:p>
            <a:pPr lvl="0"/>
            <a:r>
              <a:rPr lang="en-US" dirty="0"/>
              <a:t>(click to edit)  ACKNOWLEDGEMENTS or  CONTACT</a:t>
            </a:r>
            <a:endParaRPr lang="en-US" dirty="0"/>
          </a:p>
        </p:txBody>
      </p:sp>
      <p:sp>
        <p:nvSpPr>
          <p:cNvPr id="30" name="Text Placeholder 3"/>
          <p:cNvSpPr>
            <a:spLocks noGrp="1"/>
          </p:cNvSpPr>
          <p:nvPr>
            <p:ph type="body" sz="quarter" idx="30" hasCustomPrompt="1"/>
          </p:nvPr>
        </p:nvSpPr>
        <p:spPr>
          <a:xfrm>
            <a:off x="34419900" y="28924101"/>
            <a:ext cx="16278432" cy="910548"/>
          </a:xfrm>
          <a:prstGeom prst="rect">
            <a:avLst/>
          </a:prstGeom>
        </p:spPr>
        <p:txBody>
          <a:bodyPr wrap="square" lIns="228589" tIns="228589" rIns="228589" bIns="228589">
            <a:spAutoFit/>
          </a:bodyPr>
          <a:lstStyle>
            <a:lvl1pPr marL="0" indent="0">
              <a:buNone/>
              <a:defRPr sz="2915">
                <a:solidFill>
                  <a:schemeClr val="accent5">
                    <a:lumMod val="50000"/>
                  </a:schemeClr>
                </a:solidFill>
                <a:latin typeface="Century Gothic" panose="020B0502020202020204" pitchFamily="34" charset="0"/>
                <a:cs typeface="Times New Roman" panose="02020603050405020304" pitchFamily="18" charset="0"/>
              </a:defRPr>
            </a:lvl1pPr>
            <a:lvl2pPr marL="1733550" indent="-666750">
              <a:defRPr sz="2915">
                <a:latin typeface="Trebuchet MS" panose="020B0603020202020204" pitchFamily="34" charset="0"/>
              </a:defRPr>
            </a:lvl2pPr>
            <a:lvl3pPr marL="2400300" indent="-666750">
              <a:defRPr sz="2915">
                <a:latin typeface="Trebuchet MS" panose="020B0603020202020204" pitchFamily="34" charset="0"/>
              </a:defRPr>
            </a:lvl3pPr>
            <a:lvl4pPr marL="3133725" indent="-733425">
              <a:defRPr sz="2915">
                <a:latin typeface="Trebuchet MS" panose="020B0603020202020204" pitchFamily="34" charset="0"/>
              </a:defRPr>
            </a:lvl4pPr>
            <a:lvl5pPr marL="3667125" indent="-533400">
              <a:defRPr sz="2915">
                <a:latin typeface="Trebuchet MS" panose="020B0603020202020204" pitchFamily="34" charset="0"/>
              </a:defRPr>
            </a:lvl5pPr>
          </a:lstStyle>
          <a:p>
            <a:pPr lvl="0"/>
            <a:r>
              <a:rPr lang="en-US" dirty="0"/>
              <a:t>Type in or paste your text here</a:t>
            </a:r>
            <a:endParaRPr lang="en-US" dirty="0"/>
          </a:p>
        </p:txBody>
      </p:sp>
      <p:sp>
        <p:nvSpPr>
          <p:cNvPr id="60" name="Text Placeholder 3"/>
          <p:cNvSpPr>
            <a:spLocks noGrp="1"/>
          </p:cNvSpPr>
          <p:nvPr>
            <p:ph type="body" sz="quarter" idx="96" hasCustomPrompt="1"/>
          </p:nvPr>
        </p:nvSpPr>
        <p:spPr>
          <a:xfrm>
            <a:off x="529538" y="15000539"/>
            <a:ext cx="16265181" cy="910548"/>
          </a:xfrm>
          <a:prstGeom prst="rect">
            <a:avLst/>
          </a:prstGeom>
        </p:spPr>
        <p:txBody>
          <a:bodyPr wrap="square" lIns="228589" tIns="228589" rIns="228589" bIns="228589">
            <a:spAutoFit/>
          </a:bodyPr>
          <a:lstStyle>
            <a:lvl1pPr marL="0" indent="0">
              <a:buNone/>
              <a:defRPr sz="2915">
                <a:solidFill>
                  <a:schemeClr val="accent5">
                    <a:lumMod val="50000"/>
                  </a:schemeClr>
                </a:solidFill>
                <a:latin typeface="Century Gothic" panose="020B0502020202020204" pitchFamily="34" charset="0"/>
                <a:cs typeface="Times New Roman" panose="02020603050405020304" pitchFamily="18" charset="0"/>
              </a:defRPr>
            </a:lvl1pPr>
            <a:lvl2pPr marL="1733550" indent="-666750">
              <a:defRPr sz="2915">
                <a:latin typeface="Trebuchet MS" panose="020B0603020202020204" pitchFamily="34" charset="0"/>
              </a:defRPr>
            </a:lvl2pPr>
            <a:lvl3pPr marL="2400300" indent="-666750">
              <a:defRPr sz="2915">
                <a:latin typeface="Trebuchet MS" panose="020B0603020202020204" pitchFamily="34" charset="0"/>
              </a:defRPr>
            </a:lvl3pPr>
            <a:lvl4pPr marL="3133725" indent="-733425">
              <a:defRPr sz="2915">
                <a:latin typeface="Trebuchet MS" panose="020B0603020202020204" pitchFamily="34" charset="0"/>
              </a:defRPr>
            </a:lvl4pPr>
            <a:lvl5pPr marL="3667125" indent="-533400">
              <a:defRPr sz="2915">
                <a:latin typeface="Trebuchet MS" panose="020B0603020202020204" pitchFamily="34" charset="0"/>
              </a:defRPr>
            </a:lvl5pPr>
          </a:lstStyle>
          <a:p>
            <a:pPr lvl="0"/>
            <a:r>
              <a:rPr lang="en-US" dirty="0"/>
              <a:t>Type in or paste your text here</a:t>
            </a:r>
            <a:endParaRPr lang="en-US" dirty="0"/>
          </a:p>
        </p:txBody>
      </p:sp>
      <p:sp>
        <p:nvSpPr>
          <p:cNvPr id="77" name="Text Placeholder 76"/>
          <p:cNvSpPr>
            <a:spLocks noGrp="1"/>
          </p:cNvSpPr>
          <p:nvPr>
            <p:ph type="body" sz="quarter" idx="150" hasCustomPrompt="1"/>
          </p:nvPr>
        </p:nvSpPr>
        <p:spPr>
          <a:xfrm>
            <a:off x="6705611" y="3407994"/>
            <a:ext cx="37947579" cy="666786"/>
          </a:xfrm>
          <a:prstGeom prst="rect">
            <a:avLst/>
          </a:prstGeom>
        </p:spPr>
        <p:txBody>
          <a:bodyPr wrap="square">
            <a:spAutoFit/>
          </a:bodyPr>
          <a:lstStyle>
            <a:lvl1pPr marL="0" indent="0" algn="ctr">
              <a:buFontTx/>
              <a:buNone/>
              <a:defRPr sz="3735">
                <a:solidFill>
                  <a:schemeClr val="bg1"/>
                </a:solidFill>
                <a:latin typeface="Century Gothic" panose="020B0502020202020204" pitchFamily="34" charset="0"/>
              </a:defRPr>
            </a:lvl1pPr>
            <a:lvl2pPr>
              <a:buFontTx/>
              <a:buNone/>
              <a:defRPr sz="8400"/>
            </a:lvl2pPr>
            <a:lvl3pPr>
              <a:buFontTx/>
              <a:buNone/>
              <a:defRPr sz="8400"/>
            </a:lvl3pPr>
            <a:lvl4pPr>
              <a:buFontTx/>
              <a:buNone/>
              <a:defRPr sz="8400"/>
            </a:lvl4pPr>
            <a:lvl5pPr>
              <a:buFontTx/>
              <a:buNone/>
              <a:defRPr sz="8400"/>
            </a:lvl5pPr>
          </a:lstStyle>
          <a:p>
            <a:pPr lvl="0"/>
            <a:r>
              <a:rPr lang="en-US" dirty="0"/>
              <a:t>Click here to add affiliations</a:t>
            </a:r>
            <a:endParaRPr lang="en-US" dirty="0"/>
          </a:p>
        </p:txBody>
      </p:sp>
      <p:sp>
        <p:nvSpPr>
          <p:cNvPr id="78" name="Text Placeholder 76"/>
          <p:cNvSpPr>
            <a:spLocks noGrp="1"/>
          </p:cNvSpPr>
          <p:nvPr>
            <p:ph type="body" sz="quarter" idx="151" hasCustomPrompt="1"/>
          </p:nvPr>
        </p:nvSpPr>
        <p:spPr>
          <a:xfrm>
            <a:off x="6705611" y="2337065"/>
            <a:ext cx="37947579" cy="882229"/>
          </a:xfrm>
          <a:prstGeom prst="rect">
            <a:avLst/>
          </a:prstGeom>
        </p:spPr>
        <p:txBody>
          <a:bodyPr wrap="square" anchor="t" anchorCtr="0">
            <a:spAutoFit/>
          </a:bodyPr>
          <a:lstStyle>
            <a:lvl1pPr marL="0" indent="0" algn="ctr">
              <a:buFontTx/>
              <a:buNone/>
              <a:defRPr sz="5135">
                <a:solidFill>
                  <a:schemeClr val="bg1"/>
                </a:solidFill>
                <a:latin typeface="Century Gothic" panose="020B0502020202020204" pitchFamily="34" charset="0"/>
              </a:defRPr>
            </a:lvl1pPr>
            <a:lvl2pPr>
              <a:buFontTx/>
              <a:buNone/>
              <a:defRPr sz="8400"/>
            </a:lvl2pPr>
            <a:lvl3pPr>
              <a:buFontTx/>
              <a:buNone/>
              <a:defRPr sz="8400"/>
            </a:lvl3pPr>
            <a:lvl4pPr>
              <a:buFontTx/>
              <a:buNone/>
              <a:defRPr sz="8400"/>
            </a:lvl4pPr>
            <a:lvl5pPr>
              <a:buFontTx/>
              <a:buNone/>
              <a:defRPr sz="8400"/>
            </a:lvl5pPr>
          </a:lstStyle>
          <a:p>
            <a:pPr lvl="0"/>
            <a:r>
              <a:rPr lang="en-US" dirty="0"/>
              <a:t>Click here to add authors</a:t>
            </a:r>
            <a:endParaRPr lang="en-US" dirty="0"/>
          </a:p>
        </p:txBody>
      </p:sp>
      <p:sp>
        <p:nvSpPr>
          <p:cNvPr id="79" name="Text Placeholder 76"/>
          <p:cNvSpPr>
            <a:spLocks noGrp="1"/>
          </p:cNvSpPr>
          <p:nvPr>
            <p:ph type="body" sz="quarter" idx="153" hasCustomPrompt="1"/>
          </p:nvPr>
        </p:nvSpPr>
        <p:spPr>
          <a:xfrm>
            <a:off x="6705611" y="833573"/>
            <a:ext cx="37947579" cy="1169551"/>
          </a:xfrm>
          <a:prstGeom prst="rect">
            <a:avLst/>
          </a:prstGeom>
        </p:spPr>
        <p:txBody>
          <a:bodyPr wrap="square" anchor="t" anchorCtr="0">
            <a:spAutoFit/>
          </a:bodyPr>
          <a:lstStyle>
            <a:lvl1pPr marL="0" indent="0" algn="ctr">
              <a:buFontTx/>
              <a:buNone/>
              <a:defRPr sz="7000" b="1">
                <a:solidFill>
                  <a:schemeClr val="bg1"/>
                </a:solidFill>
                <a:latin typeface="Century Gothic" panose="020B0502020202020204" pitchFamily="34" charset="0"/>
              </a:defRPr>
            </a:lvl1pPr>
            <a:lvl2pPr>
              <a:buFontTx/>
              <a:buNone/>
              <a:defRPr sz="8400"/>
            </a:lvl2pPr>
            <a:lvl3pPr>
              <a:buFontTx/>
              <a:buNone/>
              <a:defRPr sz="8400"/>
            </a:lvl3pPr>
            <a:lvl4pPr>
              <a:buFontTx/>
              <a:buNone/>
              <a:defRPr sz="8400"/>
            </a:lvl4pPr>
            <a:lvl5pPr>
              <a:buFontTx/>
              <a:buNone/>
              <a:defRPr sz="8400"/>
            </a:lvl5pPr>
          </a:lstStyle>
          <a:p>
            <a:pPr lvl="0"/>
            <a:r>
              <a:rPr lang="en-US" dirty="0"/>
              <a:t>Click here to add title</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image" Target="../media/image8.png"/><Relationship Id="rId8" Type="http://schemas.openxmlformats.org/officeDocument/2006/relationships/image" Target="../media/image7.png"/><Relationship Id="rId7" Type="http://schemas.openxmlformats.org/officeDocument/2006/relationships/image" Target="../media/image6.png"/><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image" Target="../media/image8.png"/><Relationship Id="rId8" Type="http://schemas.openxmlformats.org/officeDocument/2006/relationships/image" Target="../media/image7.png"/><Relationship Id="rId7" Type="http://schemas.openxmlformats.org/officeDocument/2006/relationships/image" Target="../media/image6.png"/><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0"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9" Type="http://schemas.openxmlformats.org/officeDocument/2006/relationships/image" Target="../media/image8.png"/><Relationship Id="rId8" Type="http://schemas.openxmlformats.org/officeDocument/2006/relationships/image" Target="../media/image7.png"/><Relationship Id="rId7" Type="http://schemas.openxmlformats.org/officeDocument/2006/relationships/image" Target="../media/image6.png"/><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0"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9" Type="http://schemas.openxmlformats.org/officeDocument/2006/relationships/image" Target="../media/image8.png"/><Relationship Id="rId8" Type="http://schemas.openxmlformats.org/officeDocument/2006/relationships/image" Target="../media/image7.png"/><Relationship Id="rId7" Type="http://schemas.openxmlformats.org/officeDocument/2006/relationships/image" Target="../media/image6.png"/><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0" Type="http://schemas.openxmlformats.org/officeDocument/2006/relationships/theme" Target="../theme/theme4.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BF9F9"/>
        </a:solidFill>
        <a:effectLst/>
      </p:bgPr>
    </p:bg>
    <p:spTree>
      <p:nvGrpSpPr>
        <p:cNvPr id="1" name=""/>
        <p:cNvGrpSpPr/>
        <p:nvPr/>
      </p:nvGrpSpPr>
      <p:grpSpPr>
        <a:xfrm>
          <a:off x="0" y="0"/>
          <a:ext cx="0" cy="0"/>
          <a:chOff x="0" y="0"/>
          <a:chExt cx="0" cy="0"/>
        </a:xfrm>
      </p:grpSpPr>
      <p:sp>
        <p:nvSpPr>
          <p:cNvPr id="2" name="Snip and Round Single Corner Rectangle 1"/>
          <p:cNvSpPr/>
          <p:nvPr userDrawn="1"/>
        </p:nvSpPr>
        <p:spPr>
          <a:xfrm rot="5400000">
            <a:off x="-7514486" y="12916396"/>
            <a:ext cx="27545089" cy="12516118"/>
          </a:xfrm>
          <a:prstGeom prst="snipRoundRect">
            <a:avLst>
              <a:gd name="adj1" fmla="val 19915"/>
              <a:gd name="adj2" fmla="val 0"/>
            </a:avLst>
          </a:prstGeom>
          <a:solidFill>
            <a:srgbClr val="DEF1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nip and Round Single Corner Rectangle 4"/>
          <p:cNvSpPr/>
          <p:nvPr userDrawn="1"/>
        </p:nvSpPr>
        <p:spPr>
          <a:xfrm rot="5400000">
            <a:off x="5501475" y="13247583"/>
            <a:ext cx="27539055" cy="11864289"/>
          </a:xfrm>
          <a:prstGeom prst="snipRoundRect">
            <a:avLst>
              <a:gd name="adj1" fmla="val 19860"/>
              <a:gd name="adj2" fmla="val 0"/>
            </a:avLst>
          </a:prstGeom>
          <a:solidFill>
            <a:srgbClr val="DEF1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nip and Round Single Corner Rectangle 5"/>
          <p:cNvSpPr/>
          <p:nvPr userDrawn="1"/>
        </p:nvSpPr>
        <p:spPr>
          <a:xfrm rot="5400000">
            <a:off x="18185075" y="13222339"/>
            <a:ext cx="27545088" cy="11908739"/>
          </a:xfrm>
          <a:prstGeom prst="snipRoundRect">
            <a:avLst>
              <a:gd name="adj1" fmla="val 19860"/>
              <a:gd name="adj2" fmla="val 0"/>
            </a:avLst>
          </a:prstGeom>
          <a:solidFill>
            <a:srgbClr val="DEF1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nip and Round Single Corner Rectangle 6"/>
          <p:cNvSpPr/>
          <p:nvPr userDrawn="1"/>
        </p:nvSpPr>
        <p:spPr>
          <a:xfrm rot="5400000">
            <a:off x="31188631" y="12957832"/>
            <a:ext cx="27545087" cy="12490450"/>
          </a:xfrm>
          <a:prstGeom prst="snipRoundRect">
            <a:avLst>
              <a:gd name="adj1" fmla="val 19860"/>
              <a:gd name="adj2" fmla="val 0"/>
            </a:avLst>
          </a:prstGeom>
          <a:solidFill>
            <a:srgbClr val="DEF1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p:cNvGrpSpPr/>
          <p:nvPr userDrawn="1"/>
        </p:nvGrpSpPr>
        <p:grpSpPr>
          <a:xfrm>
            <a:off x="0" y="-4527"/>
            <a:ext cx="51206399" cy="4919427"/>
            <a:chOff x="1" y="-4527"/>
            <a:chExt cx="43891200" cy="4917131"/>
          </a:xfrm>
        </p:grpSpPr>
        <p:sp>
          <p:nvSpPr>
            <p:cNvPr id="13" name="Snip and Round Single Corner Rectangle 12"/>
            <p:cNvSpPr/>
            <p:nvPr userDrawn="1"/>
          </p:nvSpPr>
          <p:spPr>
            <a:xfrm flipV="1">
              <a:off x="1" y="-4527"/>
              <a:ext cx="43891200" cy="4917130"/>
            </a:xfrm>
            <a:prstGeom prst="snipRoundRect">
              <a:avLst>
                <a:gd name="adj1" fmla="val 50000"/>
                <a:gd name="adj2" fmla="val 16667"/>
              </a:avLst>
            </a:prstGeom>
            <a:gradFill>
              <a:gsLst>
                <a:gs pos="0">
                  <a:srgbClr val="6D2C8E"/>
                </a:gs>
                <a:gs pos="100000">
                  <a:srgbClr val="DA0D89"/>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5"/>
            <p:cNvSpPr/>
            <p:nvPr userDrawn="1"/>
          </p:nvSpPr>
          <p:spPr>
            <a:xfrm>
              <a:off x="35918533" y="-4527"/>
              <a:ext cx="7972667" cy="4917131"/>
            </a:xfrm>
            <a:custGeom>
              <a:avLst/>
              <a:gdLst>
                <a:gd name="connsiteX0" fmla="*/ 0 w 7968343"/>
                <a:gd name="connsiteY0" fmla="*/ 0 h 4917131"/>
                <a:gd name="connsiteX1" fmla="*/ 7968343 w 7968343"/>
                <a:gd name="connsiteY1" fmla="*/ 0 h 4917131"/>
                <a:gd name="connsiteX2" fmla="*/ 7968343 w 7968343"/>
                <a:gd name="connsiteY2" fmla="*/ 4917131 h 4917131"/>
                <a:gd name="connsiteX3" fmla="*/ 0 w 7968343"/>
                <a:gd name="connsiteY3" fmla="*/ 4917131 h 4917131"/>
                <a:gd name="connsiteX4" fmla="*/ 0 w 7968343"/>
                <a:gd name="connsiteY4" fmla="*/ 0 h 4917131"/>
                <a:gd name="connsiteX0-1" fmla="*/ 0 w 7968343"/>
                <a:gd name="connsiteY0-2" fmla="*/ 0 h 4917131"/>
                <a:gd name="connsiteX1-3" fmla="*/ 7968343 w 7968343"/>
                <a:gd name="connsiteY1-4" fmla="*/ 0 h 4917131"/>
                <a:gd name="connsiteX2-5" fmla="*/ 4931229 w 7968343"/>
                <a:gd name="connsiteY2-6" fmla="*/ 4917131 h 4917131"/>
                <a:gd name="connsiteX3-7" fmla="*/ 0 w 7968343"/>
                <a:gd name="connsiteY3-8" fmla="*/ 4917131 h 4917131"/>
                <a:gd name="connsiteX4-9" fmla="*/ 0 w 7968343"/>
                <a:gd name="connsiteY4-10" fmla="*/ 0 h 4917131"/>
                <a:gd name="connsiteX0-11" fmla="*/ 5943600 w 7968343"/>
                <a:gd name="connsiteY0-12" fmla="*/ 0 h 4917131"/>
                <a:gd name="connsiteX1-13" fmla="*/ 7968343 w 7968343"/>
                <a:gd name="connsiteY1-14" fmla="*/ 0 h 4917131"/>
                <a:gd name="connsiteX2-15" fmla="*/ 4931229 w 7968343"/>
                <a:gd name="connsiteY2-16" fmla="*/ 4917131 h 4917131"/>
                <a:gd name="connsiteX3-17" fmla="*/ 0 w 7968343"/>
                <a:gd name="connsiteY3-18" fmla="*/ 4917131 h 4917131"/>
                <a:gd name="connsiteX4-19" fmla="*/ 5943600 w 7968343"/>
                <a:gd name="connsiteY4-20" fmla="*/ 0 h 4917131"/>
                <a:gd name="connsiteX0-21" fmla="*/ 5943600 w 7968343"/>
                <a:gd name="connsiteY0-22" fmla="*/ 0 h 4917131"/>
                <a:gd name="connsiteX1-23" fmla="*/ 7968343 w 7968343"/>
                <a:gd name="connsiteY1-24" fmla="*/ 0 h 4917131"/>
                <a:gd name="connsiteX2-25" fmla="*/ 7968343 w 7968343"/>
                <a:gd name="connsiteY2-26" fmla="*/ 4917131 h 4917131"/>
                <a:gd name="connsiteX3-27" fmla="*/ 0 w 7968343"/>
                <a:gd name="connsiteY3-28" fmla="*/ 4917131 h 4917131"/>
                <a:gd name="connsiteX4-29" fmla="*/ 5943600 w 7968343"/>
                <a:gd name="connsiteY4-30" fmla="*/ 0 h 491713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7968343" h="4917131">
                  <a:moveTo>
                    <a:pt x="5943600" y="0"/>
                  </a:moveTo>
                  <a:lnTo>
                    <a:pt x="7968343" y="0"/>
                  </a:lnTo>
                  <a:lnTo>
                    <a:pt x="7968343" y="4917131"/>
                  </a:lnTo>
                  <a:lnTo>
                    <a:pt x="0" y="4917131"/>
                  </a:lnTo>
                  <a:lnTo>
                    <a:pt x="5943600" y="0"/>
                  </a:lnTo>
                  <a:close/>
                </a:path>
              </a:pathLst>
            </a:custGeom>
            <a:solidFill>
              <a:srgbClr val="31318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noFill/>
                </a:ln>
              </a:endParaRPr>
            </a:p>
          </p:txBody>
        </p:sp>
        <p:sp>
          <p:nvSpPr>
            <p:cNvPr id="15" name="Rectangle 5"/>
            <p:cNvSpPr/>
            <p:nvPr userDrawn="1"/>
          </p:nvSpPr>
          <p:spPr>
            <a:xfrm>
              <a:off x="41571285" y="1367073"/>
              <a:ext cx="2319915" cy="3545531"/>
            </a:xfrm>
            <a:custGeom>
              <a:avLst/>
              <a:gdLst>
                <a:gd name="connsiteX0" fmla="*/ 0 w 7968343"/>
                <a:gd name="connsiteY0" fmla="*/ 0 h 4917131"/>
                <a:gd name="connsiteX1" fmla="*/ 7968343 w 7968343"/>
                <a:gd name="connsiteY1" fmla="*/ 0 h 4917131"/>
                <a:gd name="connsiteX2" fmla="*/ 7968343 w 7968343"/>
                <a:gd name="connsiteY2" fmla="*/ 4917131 h 4917131"/>
                <a:gd name="connsiteX3" fmla="*/ 0 w 7968343"/>
                <a:gd name="connsiteY3" fmla="*/ 4917131 h 4917131"/>
                <a:gd name="connsiteX4" fmla="*/ 0 w 7968343"/>
                <a:gd name="connsiteY4" fmla="*/ 0 h 4917131"/>
                <a:gd name="connsiteX0-1" fmla="*/ 0 w 7968343"/>
                <a:gd name="connsiteY0-2" fmla="*/ 0 h 4917131"/>
                <a:gd name="connsiteX1-3" fmla="*/ 7968343 w 7968343"/>
                <a:gd name="connsiteY1-4" fmla="*/ 0 h 4917131"/>
                <a:gd name="connsiteX2-5" fmla="*/ 4931229 w 7968343"/>
                <a:gd name="connsiteY2-6" fmla="*/ 4917131 h 4917131"/>
                <a:gd name="connsiteX3-7" fmla="*/ 0 w 7968343"/>
                <a:gd name="connsiteY3-8" fmla="*/ 4917131 h 4917131"/>
                <a:gd name="connsiteX4-9" fmla="*/ 0 w 7968343"/>
                <a:gd name="connsiteY4-10" fmla="*/ 0 h 4917131"/>
                <a:gd name="connsiteX0-11" fmla="*/ 5943600 w 7968343"/>
                <a:gd name="connsiteY0-12" fmla="*/ 0 h 4917131"/>
                <a:gd name="connsiteX1-13" fmla="*/ 7968343 w 7968343"/>
                <a:gd name="connsiteY1-14" fmla="*/ 0 h 4917131"/>
                <a:gd name="connsiteX2-15" fmla="*/ 4931229 w 7968343"/>
                <a:gd name="connsiteY2-16" fmla="*/ 4917131 h 4917131"/>
                <a:gd name="connsiteX3-17" fmla="*/ 0 w 7968343"/>
                <a:gd name="connsiteY3-18" fmla="*/ 4917131 h 4917131"/>
                <a:gd name="connsiteX4-19" fmla="*/ 5943600 w 7968343"/>
                <a:gd name="connsiteY4-20" fmla="*/ 0 h 4917131"/>
                <a:gd name="connsiteX0-21" fmla="*/ 5943600 w 7968343"/>
                <a:gd name="connsiteY0-22" fmla="*/ 0 h 4917131"/>
                <a:gd name="connsiteX1-23" fmla="*/ 7968343 w 7968343"/>
                <a:gd name="connsiteY1-24" fmla="*/ 0 h 4917131"/>
                <a:gd name="connsiteX2-25" fmla="*/ 7968343 w 7968343"/>
                <a:gd name="connsiteY2-26" fmla="*/ 4917131 h 4917131"/>
                <a:gd name="connsiteX3-27" fmla="*/ 0 w 7968343"/>
                <a:gd name="connsiteY3-28" fmla="*/ 4917131 h 4917131"/>
                <a:gd name="connsiteX4-29" fmla="*/ 5943600 w 7968343"/>
                <a:gd name="connsiteY4-30" fmla="*/ 0 h 4917131"/>
                <a:gd name="connsiteX0-31" fmla="*/ 0 w 7968343"/>
                <a:gd name="connsiteY0-32" fmla="*/ 4917131 h 4917131"/>
                <a:gd name="connsiteX1-33" fmla="*/ 7968343 w 7968343"/>
                <a:gd name="connsiteY1-34" fmla="*/ 0 h 4917131"/>
                <a:gd name="connsiteX2-35" fmla="*/ 7968343 w 7968343"/>
                <a:gd name="connsiteY2-36" fmla="*/ 4917131 h 4917131"/>
                <a:gd name="connsiteX3-37" fmla="*/ 0 w 7968343"/>
                <a:gd name="connsiteY3-38" fmla="*/ 4917131 h 4917131"/>
                <a:gd name="connsiteX0-39" fmla="*/ 0 w 7968343"/>
                <a:gd name="connsiteY0-40" fmla="*/ 3512874 h 3512874"/>
                <a:gd name="connsiteX1-41" fmla="*/ 7968343 w 7968343"/>
                <a:gd name="connsiteY1-42" fmla="*/ 0 h 3512874"/>
                <a:gd name="connsiteX2-43" fmla="*/ 7968343 w 7968343"/>
                <a:gd name="connsiteY2-44" fmla="*/ 3512874 h 3512874"/>
                <a:gd name="connsiteX3-45" fmla="*/ 0 w 7968343"/>
                <a:gd name="connsiteY3-46" fmla="*/ 3512874 h 3512874"/>
                <a:gd name="connsiteX0-47" fmla="*/ 0 w 2253343"/>
                <a:gd name="connsiteY0-48" fmla="*/ 3545531 h 3545531"/>
                <a:gd name="connsiteX1-49" fmla="*/ 2253343 w 2253343"/>
                <a:gd name="connsiteY1-50" fmla="*/ 0 h 3545531"/>
                <a:gd name="connsiteX2-51" fmla="*/ 2253343 w 2253343"/>
                <a:gd name="connsiteY2-52" fmla="*/ 3512874 h 3545531"/>
                <a:gd name="connsiteX3-53" fmla="*/ 0 w 2253343"/>
                <a:gd name="connsiteY3-54" fmla="*/ 3545531 h 3545531"/>
                <a:gd name="connsiteX0-55" fmla="*/ 0 w 3135086"/>
                <a:gd name="connsiteY0-56" fmla="*/ 3545531 h 3545531"/>
                <a:gd name="connsiteX1-57" fmla="*/ 3135086 w 3135086"/>
                <a:gd name="connsiteY1-58" fmla="*/ 0 h 3545531"/>
                <a:gd name="connsiteX2-59" fmla="*/ 3135086 w 3135086"/>
                <a:gd name="connsiteY2-60" fmla="*/ 3512874 h 3545531"/>
                <a:gd name="connsiteX3-61" fmla="*/ 0 w 3135086"/>
                <a:gd name="connsiteY3-62" fmla="*/ 3545531 h 3545531"/>
                <a:gd name="connsiteX0-63" fmla="*/ 0 w 2318657"/>
                <a:gd name="connsiteY0-64" fmla="*/ 3545531 h 3545531"/>
                <a:gd name="connsiteX1-65" fmla="*/ 2318657 w 2318657"/>
                <a:gd name="connsiteY1-66" fmla="*/ 0 h 3545531"/>
                <a:gd name="connsiteX2-67" fmla="*/ 2318657 w 2318657"/>
                <a:gd name="connsiteY2-68" fmla="*/ 3512874 h 3545531"/>
                <a:gd name="connsiteX3-69" fmla="*/ 0 w 2318657"/>
                <a:gd name="connsiteY3-70" fmla="*/ 3545531 h 3545531"/>
              </a:gdLst>
              <a:ahLst/>
              <a:cxnLst>
                <a:cxn ang="0">
                  <a:pos x="connsiteX0-1" y="connsiteY0-2"/>
                </a:cxn>
                <a:cxn ang="0">
                  <a:pos x="connsiteX1-3" y="connsiteY1-4"/>
                </a:cxn>
                <a:cxn ang="0">
                  <a:pos x="connsiteX2-5" y="connsiteY2-6"/>
                </a:cxn>
                <a:cxn ang="0">
                  <a:pos x="connsiteX3-7" y="connsiteY3-8"/>
                </a:cxn>
              </a:cxnLst>
              <a:rect l="l" t="t" r="r" b="b"/>
              <a:pathLst>
                <a:path w="2318657" h="3545531">
                  <a:moveTo>
                    <a:pt x="0" y="3545531"/>
                  </a:moveTo>
                  <a:lnTo>
                    <a:pt x="2318657" y="0"/>
                  </a:lnTo>
                  <a:lnTo>
                    <a:pt x="2318657" y="3512874"/>
                  </a:lnTo>
                  <a:lnTo>
                    <a:pt x="0" y="3545531"/>
                  </a:lnTo>
                  <a:close/>
                </a:path>
              </a:pathLst>
            </a:custGeom>
            <a:solidFill>
              <a:srgbClr val="25408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noFill/>
                </a:ln>
              </a:endParaRPr>
            </a:p>
          </p:txBody>
        </p:sp>
      </p:grpSp>
      <p:sp>
        <p:nvSpPr>
          <p:cNvPr id="16" name="Snip and Round Single Corner Rectangle 15"/>
          <p:cNvSpPr/>
          <p:nvPr userDrawn="1"/>
        </p:nvSpPr>
        <p:spPr>
          <a:xfrm rot="10800000" flipV="1">
            <a:off x="-4" y="32076910"/>
            <a:ext cx="47646774" cy="936954"/>
          </a:xfrm>
          <a:custGeom>
            <a:avLst/>
            <a:gdLst>
              <a:gd name="connsiteX0" fmla="*/ 419100 w 41571263"/>
              <a:gd name="connsiteY0" fmla="*/ 0 h 838200"/>
              <a:gd name="connsiteX1" fmla="*/ 41571263 w 41571263"/>
              <a:gd name="connsiteY1" fmla="*/ 0 h 838200"/>
              <a:gd name="connsiteX2" fmla="*/ 41571263 w 41571263"/>
              <a:gd name="connsiteY2" fmla="*/ 0 h 838200"/>
              <a:gd name="connsiteX3" fmla="*/ 41571263 w 41571263"/>
              <a:gd name="connsiteY3" fmla="*/ 838200 h 838200"/>
              <a:gd name="connsiteX4" fmla="*/ 0 w 41571263"/>
              <a:gd name="connsiteY4" fmla="*/ 838200 h 838200"/>
              <a:gd name="connsiteX5" fmla="*/ 0 w 41571263"/>
              <a:gd name="connsiteY5" fmla="*/ 419100 h 838200"/>
              <a:gd name="connsiteX6" fmla="*/ 419100 w 41571263"/>
              <a:gd name="connsiteY6" fmla="*/ 0 h 838200"/>
              <a:gd name="connsiteX0-1" fmla="*/ 968398 w 41571263"/>
              <a:gd name="connsiteY0-2" fmla="*/ 0 h 841490"/>
              <a:gd name="connsiteX1-3" fmla="*/ 41571263 w 41571263"/>
              <a:gd name="connsiteY1-4" fmla="*/ 3290 h 841490"/>
              <a:gd name="connsiteX2-5" fmla="*/ 41571263 w 41571263"/>
              <a:gd name="connsiteY2-6" fmla="*/ 3290 h 841490"/>
              <a:gd name="connsiteX3-7" fmla="*/ 41571263 w 41571263"/>
              <a:gd name="connsiteY3-8" fmla="*/ 841490 h 841490"/>
              <a:gd name="connsiteX4-9" fmla="*/ 0 w 41571263"/>
              <a:gd name="connsiteY4-10" fmla="*/ 841490 h 841490"/>
              <a:gd name="connsiteX5-11" fmla="*/ 0 w 41571263"/>
              <a:gd name="connsiteY5-12" fmla="*/ 422390 h 841490"/>
              <a:gd name="connsiteX6-13" fmla="*/ 968398 w 41571263"/>
              <a:gd name="connsiteY6-14" fmla="*/ 0 h 841490"/>
              <a:gd name="connsiteX0-15" fmla="*/ 968398 w 41571263"/>
              <a:gd name="connsiteY0-16" fmla="*/ 0 h 841490"/>
              <a:gd name="connsiteX1-17" fmla="*/ 41571263 w 41571263"/>
              <a:gd name="connsiteY1-18" fmla="*/ 3290 h 841490"/>
              <a:gd name="connsiteX2-19" fmla="*/ 41571263 w 41571263"/>
              <a:gd name="connsiteY2-20" fmla="*/ 3290 h 841490"/>
              <a:gd name="connsiteX3-21" fmla="*/ 41571263 w 41571263"/>
              <a:gd name="connsiteY3-22" fmla="*/ 841490 h 841490"/>
              <a:gd name="connsiteX4-23" fmla="*/ 0 w 41571263"/>
              <a:gd name="connsiteY4-24" fmla="*/ 841490 h 841490"/>
              <a:gd name="connsiteX5-25" fmla="*/ 6579 w 41571263"/>
              <a:gd name="connsiteY5-26" fmla="*/ 836830 h 841490"/>
              <a:gd name="connsiteX6-27" fmla="*/ 968398 w 41571263"/>
              <a:gd name="connsiteY6-28" fmla="*/ 0 h 841490"/>
              <a:gd name="connsiteX0-29" fmla="*/ 968398 w 41571263"/>
              <a:gd name="connsiteY0-30" fmla="*/ 0 h 841490"/>
              <a:gd name="connsiteX1-31" fmla="*/ 41571263 w 41571263"/>
              <a:gd name="connsiteY1-32" fmla="*/ 3290 h 841490"/>
              <a:gd name="connsiteX2-33" fmla="*/ 41571263 w 41571263"/>
              <a:gd name="connsiteY2-34" fmla="*/ 3290 h 841490"/>
              <a:gd name="connsiteX3-35" fmla="*/ 41571263 w 41571263"/>
              <a:gd name="connsiteY3-36" fmla="*/ 841490 h 841490"/>
              <a:gd name="connsiteX4-37" fmla="*/ 0 w 41571263"/>
              <a:gd name="connsiteY4-38" fmla="*/ 841490 h 841490"/>
              <a:gd name="connsiteX5-39" fmla="*/ 6579 w 41571263"/>
              <a:gd name="connsiteY5-40" fmla="*/ 836830 h 841490"/>
              <a:gd name="connsiteX6-41" fmla="*/ 968398 w 41571263"/>
              <a:gd name="connsiteY6-42" fmla="*/ 0 h 84149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1571263" h="841490">
                <a:moveTo>
                  <a:pt x="968398" y="0"/>
                </a:moveTo>
                <a:lnTo>
                  <a:pt x="41571263" y="3290"/>
                </a:lnTo>
                <a:lnTo>
                  <a:pt x="41571263" y="3290"/>
                </a:lnTo>
                <a:lnTo>
                  <a:pt x="41571263" y="841490"/>
                </a:lnTo>
                <a:lnTo>
                  <a:pt x="0" y="841490"/>
                </a:lnTo>
                <a:lnTo>
                  <a:pt x="6579" y="836830"/>
                </a:lnTo>
                <a:cubicBezTo>
                  <a:pt x="52628" y="184348"/>
                  <a:pt x="736935" y="0"/>
                  <a:pt x="968398" y="0"/>
                </a:cubicBezTo>
                <a:close/>
              </a:path>
            </a:pathLst>
          </a:custGeom>
          <a:gradFill>
            <a:gsLst>
              <a:gs pos="0">
                <a:srgbClr val="6D2C8E"/>
              </a:gs>
              <a:gs pos="100000">
                <a:srgbClr val="DA0D89"/>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Box 14"/>
          <p:cNvSpPr txBox="1">
            <a:spLocks noChangeArrowheads="1"/>
          </p:cNvSpPr>
          <p:nvPr userDrawn="1"/>
        </p:nvSpPr>
        <p:spPr bwMode="auto">
          <a:xfrm>
            <a:off x="1567305" y="32390910"/>
            <a:ext cx="2514600" cy="341436"/>
          </a:xfrm>
          <a:prstGeom prst="rect">
            <a:avLst/>
          </a:prstGeom>
          <a:noFill/>
          <a:ln w="9525">
            <a:noFill/>
            <a:miter lim="800000"/>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panose="020B0704020202020204" pitchFamily="34" charset="0"/>
              </a:rPr>
              <a:t>RESEARCH POSTER PRESENTATION DESIGN © 2025</a:t>
            </a:r>
            <a:endParaRPr lang="en-US" sz="500" b="1" dirty="0">
              <a:solidFill>
                <a:schemeClr val="bg1">
                  <a:lumMod val="75000"/>
                </a:schemeClr>
              </a:solidFill>
              <a:latin typeface="Arial" panose="020B0704020202020204" pitchFamily="34" charset="0"/>
            </a:endParaRPr>
          </a:p>
          <a:p>
            <a:pPr eaLnBrk="0" hangingPunct="0">
              <a:lnSpc>
                <a:spcPct val="65000"/>
              </a:lnSpc>
              <a:spcBef>
                <a:spcPct val="50000"/>
              </a:spcBef>
              <a:defRPr/>
            </a:pPr>
            <a:r>
              <a:rPr lang="en-US" sz="1100" b="1" dirty="0">
                <a:solidFill>
                  <a:schemeClr val="bg1">
                    <a:lumMod val="75000"/>
                  </a:schemeClr>
                </a:solidFill>
                <a:latin typeface="Arial" panose="020B0704020202020204" pitchFamily="34" charset="0"/>
              </a:rPr>
              <a:t>www.PosterPresentations.com</a:t>
            </a:r>
            <a:endParaRPr lang="en-US" sz="1100" b="1" dirty="0">
              <a:solidFill>
                <a:schemeClr val="bg1">
                  <a:lumMod val="75000"/>
                </a:schemeClr>
              </a:solidFill>
              <a:latin typeface="Arial" panose="020B0704020202020204" pitchFamily="34" charset="0"/>
            </a:endParaRPr>
          </a:p>
        </p:txBody>
      </p:sp>
      <p:graphicFrame>
        <p:nvGraphicFramePr>
          <p:cNvPr id="8" name="Table 7"/>
          <p:cNvGraphicFramePr>
            <a:graphicFrameLocks noGrp="1"/>
          </p:cNvGraphicFramePr>
          <p:nvPr userDrawn="1"/>
        </p:nvGraphicFramePr>
        <p:xfrm>
          <a:off x="-10558302" y="50891"/>
          <a:ext cx="9296401" cy="32962973"/>
        </p:xfrm>
        <a:graphic>
          <a:graphicData uri="http://schemas.openxmlformats.org/drawingml/2006/table">
            <a:tbl>
              <a:tblPr firstRow="1" bandRow="1">
                <a:tableStyleId>{5C22544A-7EE6-4342-B048-85BDC9FD1C3A}</a:tableStyleId>
              </a:tblPr>
              <a:tblGrid>
                <a:gridCol w="3986224"/>
                <a:gridCol w="5310177"/>
              </a:tblGrid>
              <a:tr h="1284441">
                <a:tc gridSpan="2">
                  <a:txBody>
                    <a:bodyPr/>
                    <a:lstStyle/>
                    <a:p>
                      <a:pPr marL="0" marR="0" indent="0" algn="ctr" defTabSz="4389120" rtl="0" eaLnBrk="1" fontAlgn="auto" latinLnBrk="0" hangingPunct="1">
                        <a:lnSpc>
                          <a:spcPct val="100000"/>
                        </a:lnSpc>
                        <a:spcBef>
                          <a:spcPts val="0"/>
                        </a:spcBef>
                        <a:spcAft>
                          <a:spcPts val="0"/>
                        </a:spcAft>
                        <a:buClrTx/>
                        <a:buSzTx/>
                        <a:buFontTx/>
                        <a:buNone/>
                        <a:defRPr/>
                      </a:pPr>
                      <a:r>
                        <a:rPr lang="en-US" sz="3600" b="0" spc="600" dirty="0">
                          <a:solidFill>
                            <a:srgbClr val="1F3A4E"/>
                          </a:solidFill>
                          <a:latin typeface="Arial Black" panose="020B0A04020102020204" pitchFamily="34" charset="0"/>
                        </a:rPr>
                        <a:t>QUICK START GUIDE</a:t>
                      </a:r>
                      <a:br>
                        <a:rPr lang="en-US" sz="3600" b="0" spc="600" dirty="0">
                          <a:solidFill>
                            <a:srgbClr val="1F3A4E"/>
                          </a:solidFill>
                          <a:latin typeface="Arial Black" panose="020B0A04020102020204" pitchFamily="34" charset="0"/>
                        </a:rPr>
                      </a:br>
                      <a:r>
                        <a:rPr lang="en-US" sz="2800" b="1" spc="0" dirty="0">
                          <a:solidFill>
                            <a:srgbClr val="FF0000"/>
                          </a:solidFill>
                          <a:latin typeface="Trebuchet MS" panose="020B0603020202020204" pitchFamily="34" charset="0"/>
                        </a:rPr>
                        <a:t>(THIS SIDEBAR WILL APPEAR ON THE POSTER)</a:t>
                      </a:r>
                      <a:endParaRPr lang="en-US" sz="3600" b="1" spc="600" dirty="0">
                        <a:solidFill>
                          <a:schemeClr val="bg1"/>
                        </a:solidFill>
                        <a:latin typeface="Trebuchet MS" panose="020B0603020202020204" pitchFamily="34" charset="0"/>
                      </a:endParaRPr>
                    </a:p>
                  </a:txBody>
                  <a:tcPr marL="213360" marR="106680" marT="137160">
                    <a:solidFill>
                      <a:srgbClr val="FFC000"/>
                    </a:solidFill>
                  </a:tcPr>
                </a:tc>
                <a:tc hMerge="1">
                  <a:tcPr/>
                </a:tc>
              </a:tr>
              <a:tr h="4065238">
                <a:tc gridSpan="2">
                  <a:txBody>
                    <a:bodyPr/>
                    <a:lstStyle/>
                    <a:p>
                      <a:pPr defTabSz="3765550"/>
                      <a:r>
                        <a:rPr lang="en-US" sz="2000" b="0" i="0" dirty="0">
                          <a:solidFill>
                            <a:srgbClr val="D9D9D9"/>
                          </a:solidFill>
                          <a:latin typeface="Arial" panose="020B0704020202020204"/>
                          <a:cs typeface="Arial" panose="020B0704020202020204"/>
                        </a:rPr>
                        <a:t>This PowerPoint template is designed to create a </a:t>
                      </a:r>
                      <a:r>
                        <a:rPr lang="en-US" sz="2000" b="1" i="0" dirty="0">
                          <a:solidFill>
                            <a:srgbClr val="FFC000"/>
                          </a:solidFill>
                          <a:latin typeface="Arial" panose="020B0704020202020204"/>
                          <a:cs typeface="Arial" panose="020B0704020202020204"/>
                        </a:rPr>
                        <a:t>36"x48" </a:t>
                      </a:r>
                      <a:r>
                        <a:rPr lang="en-US" sz="2000" b="0" i="0" dirty="0">
                          <a:solidFill>
                            <a:srgbClr val="D9D9D9"/>
                          </a:solidFill>
                          <a:latin typeface="Arial" panose="020B0704020202020204"/>
                          <a:cs typeface="Arial" panose="020B0704020202020204"/>
                        </a:rPr>
                        <a:t>research poster. Simply add your title, subtitle, text, tables, charts, and photos to customize your poster.</a:t>
                      </a:r>
                      <a:endParaRPr lang="en-US" sz="2000" b="0" i="0" dirty="0">
                        <a:solidFill>
                          <a:srgbClr val="D9D9D9"/>
                        </a:solidFill>
                        <a:latin typeface="Arial" panose="020B0704020202020204"/>
                        <a:cs typeface="Arial" panose="020B0704020202020204"/>
                      </a:endParaRPr>
                    </a:p>
                    <a:p>
                      <a:pPr defTabSz="3765550"/>
                      <a:endParaRPr lang="en-US" sz="2000" b="0" i="0" dirty="0">
                        <a:solidFill>
                          <a:srgbClr val="D9D9D9"/>
                        </a:solidFill>
                        <a:latin typeface="Arial" panose="020B0704020202020204"/>
                        <a:cs typeface="Arial" panose="020B0704020202020204"/>
                      </a:endParaRPr>
                    </a:p>
                    <a:p>
                      <a:pPr defTabSz="3765550"/>
                      <a:r>
                        <a:rPr lang="en-US" sz="2000" b="0" i="0" dirty="0">
                          <a:solidFill>
                            <a:srgbClr val="D9D9D9"/>
                          </a:solidFill>
                          <a:latin typeface="Arial" panose="020B0704020202020204"/>
                          <a:cs typeface="Arial" panose="020B0704020202020204"/>
                        </a:rPr>
                        <a:t>To assist you in the design process and address any poster-related questions, we offer a series of online tutorials. Visit </a:t>
                      </a:r>
                      <a:r>
                        <a:rPr lang="en-US" sz="2000" b="1" i="0" dirty="0" err="1">
                          <a:solidFill>
                            <a:srgbClr val="FFC000"/>
                          </a:solidFill>
                          <a:latin typeface="Arial" panose="020B0704020202020204"/>
                          <a:cs typeface="Arial" panose="020B0704020202020204"/>
                        </a:rPr>
                        <a:t>PosterPresentations.com</a:t>
                      </a:r>
                      <a:r>
                        <a:rPr lang="en-US" sz="2000" b="1" i="0" dirty="0">
                          <a:solidFill>
                            <a:srgbClr val="FFC000"/>
                          </a:solidFill>
                          <a:latin typeface="Arial" panose="020B0704020202020204"/>
                          <a:cs typeface="Arial" panose="020B0704020202020204"/>
                        </a:rPr>
                        <a:t> </a:t>
                      </a:r>
                      <a:r>
                        <a:rPr lang="en-US" sz="2000" b="0" i="0" dirty="0">
                          <a:solidFill>
                            <a:srgbClr val="D9D9D9"/>
                          </a:solidFill>
                          <a:latin typeface="Arial" panose="020B0704020202020204"/>
                          <a:cs typeface="Arial" panose="020B0704020202020204"/>
                        </a:rPr>
                        <a:t>and select the </a:t>
                      </a:r>
                      <a:r>
                        <a:rPr lang="en-US" sz="2000" b="1" i="0" dirty="0">
                          <a:solidFill>
                            <a:srgbClr val="FFC000"/>
                          </a:solidFill>
                          <a:latin typeface="Arial" panose="020B0704020202020204"/>
                          <a:cs typeface="Arial" panose="020B0704020202020204"/>
                        </a:rPr>
                        <a:t>Tutorials </a:t>
                      </a:r>
                      <a:r>
                        <a:rPr lang="en-US" sz="2000" b="0" i="0" dirty="0">
                          <a:solidFill>
                            <a:srgbClr val="D9D9D9"/>
                          </a:solidFill>
                          <a:latin typeface="Arial" panose="020B0704020202020204"/>
                          <a:cs typeface="Arial" panose="020B0704020202020204"/>
                        </a:rPr>
                        <a:t>tab for detailed guidance.</a:t>
                      </a:r>
                      <a:endParaRPr lang="en-US" sz="2000" b="0" i="0" dirty="0">
                        <a:solidFill>
                          <a:srgbClr val="D9D9D9"/>
                        </a:solidFill>
                        <a:latin typeface="Arial" panose="020B0704020202020204"/>
                        <a:cs typeface="Arial" panose="020B0704020202020204"/>
                      </a:endParaRPr>
                    </a:p>
                    <a:p>
                      <a:pPr defTabSz="3765550"/>
                      <a:endParaRPr lang="en-US" sz="2000" b="0" i="0" dirty="0">
                        <a:solidFill>
                          <a:srgbClr val="D9D9D9"/>
                        </a:solidFill>
                        <a:latin typeface="Arial" panose="020B0704020202020204"/>
                        <a:cs typeface="Arial" panose="020B0704020202020204"/>
                      </a:endParaRPr>
                    </a:p>
                    <a:p>
                      <a:pPr defTabSz="3765550"/>
                      <a:r>
                        <a:rPr lang="en-US" sz="2000" b="0" i="0" dirty="0">
                          <a:solidFill>
                            <a:srgbClr val="D9D9D9"/>
                          </a:solidFill>
                          <a:latin typeface="Arial" panose="020B0704020202020204"/>
                          <a:cs typeface="Arial" panose="020B0704020202020204"/>
                        </a:rPr>
                        <a:t>For same-day professional printing of your poster, go to </a:t>
                      </a:r>
                      <a:r>
                        <a:rPr lang="en-US" sz="2000" b="1" i="0" dirty="0" err="1">
                          <a:solidFill>
                            <a:srgbClr val="FFC000"/>
                          </a:solidFill>
                          <a:latin typeface="Arial" panose="020B0704020202020204"/>
                          <a:cs typeface="Arial" panose="020B0704020202020204"/>
                        </a:rPr>
                        <a:t>PosterPresentations.com</a:t>
                      </a:r>
                      <a:r>
                        <a:rPr lang="en-US" sz="2000" b="1" i="0" dirty="0">
                          <a:solidFill>
                            <a:srgbClr val="FFC000"/>
                          </a:solidFill>
                          <a:latin typeface="Arial" panose="020B0704020202020204"/>
                          <a:cs typeface="Arial" panose="020B0704020202020204"/>
                        </a:rPr>
                        <a:t> </a:t>
                      </a:r>
                      <a:r>
                        <a:rPr lang="en-US" sz="2000" b="0" i="0" dirty="0">
                          <a:solidFill>
                            <a:srgbClr val="D9D9D9"/>
                          </a:solidFill>
                          <a:latin typeface="Arial" panose="020B0704020202020204"/>
                          <a:cs typeface="Arial" panose="020B0704020202020204"/>
                        </a:rPr>
                        <a:t>and click on the ”</a:t>
                      </a:r>
                      <a:r>
                        <a:rPr lang="en-US" sz="2000" b="1" i="0" dirty="0">
                          <a:solidFill>
                            <a:srgbClr val="FFC000"/>
                          </a:solidFill>
                          <a:latin typeface="Arial" panose="020B0704020202020204"/>
                          <a:cs typeface="Arial" panose="020B0704020202020204"/>
                        </a:rPr>
                        <a:t>PRINT</a:t>
                      </a:r>
                      <a:r>
                        <a:rPr lang="en-US" sz="2000" b="0" i="0" dirty="0">
                          <a:solidFill>
                            <a:srgbClr val="D9D9D9"/>
                          </a:solidFill>
                          <a:latin typeface="Arial" panose="020B0704020202020204"/>
                          <a:cs typeface="Arial" panose="020B0704020202020204"/>
                        </a:rPr>
                        <a:t>” button or click on any of our poster options.</a:t>
                      </a:r>
                      <a:endParaRPr lang="en-US" sz="2000" b="0" dirty="0">
                        <a:solidFill>
                          <a:srgbClr val="D9D9D9"/>
                        </a:solidFill>
                        <a:latin typeface="Arial" panose="020B0704020202020204"/>
                        <a:cs typeface="Arial" panose="020B0704020202020204"/>
                      </a:endParaRPr>
                    </a:p>
                  </a:txBody>
                  <a:tcPr marL="213360" marR="106680" marT="137160">
                    <a:solidFill>
                      <a:srgbClr val="010101"/>
                    </a:solidFill>
                  </a:tcPr>
                </a:tc>
                <a:tc hMerge="1">
                  <a:tcPr>
                    <a:solidFill>
                      <a:schemeClr val="tx1">
                        <a:lumMod val="95000"/>
                        <a:lumOff val="5000"/>
                      </a:schemeClr>
                    </a:solidFill>
                  </a:tcPr>
                </a:tc>
              </a:tr>
              <a:tr h="4418736">
                <a:tc>
                  <a:txBody>
                    <a:bodyPr/>
                    <a:lstStyle/>
                    <a:p>
                      <a:pPr algn="ctr"/>
                      <a:endParaRPr lang="en-US" sz="2000" dirty="0">
                        <a:solidFill>
                          <a:srgbClr val="1F3A4E"/>
                        </a:solidFill>
                      </a:endParaRPr>
                    </a:p>
                    <a:p>
                      <a:pPr algn="ctr"/>
                      <a:endParaRPr lang="en-US" sz="2000" dirty="0">
                        <a:solidFill>
                          <a:srgbClr val="1F3A4E"/>
                        </a:solidFill>
                      </a:endParaRPr>
                    </a:p>
                    <a:p>
                      <a:pPr algn="ctr"/>
                      <a:r>
                        <a:rPr lang="en-US" sz="2000" dirty="0">
                          <a:solidFill>
                            <a:schemeClr val="bg1"/>
                          </a:solidFill>
                          <a:latin typeface="Arial" panose="020B0704020202020204" pitchFamily="34" charset="0"/>
                          <a:cs typeface="Arial" panose="020B0704020202020204" pitchFamily="34" charset="0"/>
                        </a:rPr>
                        <a:t>This is a template for a</a:t>
                      </a:r>
                      <a:br>
                        <a:rPr lang="en-US" sz="2000" dirty="0">
                          <a:solidFill>
                            <a:schemeClr val="bg1"/>
                          </a:solidFill>
                          <a:latin typeface="Arial" panose="020B0704020202020204" pitchFamily="34" charset="0"/>
                          <a:cs typeface="Arial" panose="020B0704020202020204" pitchFamily="34" charset="0"/>
                        </a:rPr>
                      </a:br>
                      <a:r>
                        <a:rPr lang="en-US" sz="2000" dirty="0">
                          <a:solidFill>
                            <a:schemeClr val="bg1"/>
                          </a:solidFill>
                          <a:latin typeface="Arial" panose="020B0704020202020204" pitchFamily="34" charset="0"/>
                          <a:cs typeface="Arial" panose="020B0704020202020204" pitchFamily="34" charset="0"/>
                        </a:rPr>
                        <a:t>presentation poster </a:t>
                      </a:r>
                      <a:br>
                        <a:rPr lang="en-US" sz="2000" dirty="0">
                          <a:solidFill>
                            <a:schemeClr val="bg1"/>
                          </a:solidFill>
                          <a:latin typeface="Arial" panose="020B0704020202020204" pitchFamily="34" charset="0"/>
                          <a:cs typeface="Arial" panose="020B0704020202020204" pitchFamily="34" charset="0"/>
                        </a:rPr>
                      </a:br>
                      <a:r>
                        <a:rPr lang="en-US" sz="3600" b="1" dirty="0">
                          <a:solidFill>
                            <a:srgbClr val="FFC000"/>
                          </a:solidFill>
                          <a:latin typeface="Arial" panose="020B0704020202020204" pitchFamily="34" charset="0"/>
                          <a:cs typeface="Arial" panose="020B0704020202020204" pitchFamily="34" charset="0"/>
                        </a:rPr>
                        <a:t>36 inches tall</a:t>
                      </a:r>
                      <a:br>
                        <a:rPr lang="en-US" sz="3600" b="1" dirty="0">
                          <a:solidFill>
                            <a:srgbClr val="FFC000"/>
                          </a:solidFill>
                          <a:latin typeface="Arial" panose="020B0704020202020204" pitchFamily="34" charset="0"/>
                          <a:cs typeface="Arial" panose="020B0704020202020204" pitchFamily="34" charset="0"/>
                        </a:rPr>
                      </a:br>
                      <a:r>
                        <a:rPr lang="en-US" sz="3600" b="1" dirty="0">
                          <a:solidFill>
                            <a:srgbClr val="FFC000"/>
                          </a:solidFill>
                          <a:latin typeface="Arial" panose="020B0704020202020204" pitchFamily="34" charset="0"/>
                          <a:cs typeface="Arial" panose="020B0704020202020204" pitchFamily="34" charset="0"/>
                        </a:rPr>
                        <a:t>by</a:t>
                      </a:r>
                      <a:br>
                        <a:rPr lang="en-US" sz="3600" b="1" dirty="0">
                          <a:solidFill>
                            <a:srgbClr val="FFC000"/>
                          </a:solidFill>
                          <a:latin typeface="Arial" panose="020B0704020202020204" pitchFamily="34" charset="0"/>
                          <a:cs typeface="Arial" panose="020B0704020202020204" pitchFamily="34" charset="0"/>
                        </a:rPr>
                      </a:br>
                      <a:r>
                        <a:rPr lang="en-US" sz="3600" b="1" dirty="0">
                          <a:solidFill>
                            <a:srgbClr val="FFC000"/>
                          </a:solidFill>
                          <a:latin typeface="Arial" panose="020B0704020202020204" pitchFamily="34" charset="0"/>
                          <a:cs typeface="Arial" panose="020B0704020202020204" pitchFamily="34" charset="0"/>
                        </a:rPr>
                        <a:t>56 inches wide</a:t>
                      </a:r>
                      <a:br>
                        <a:rPr lang="en-US" sz="2000" dirty="0">
                          <a:solidFill>
                            <a:schemeClr val="bg1"/>
                          </a:solidFill>
                          <a:latin typeface="Arial" panose="020B0704020202020204" pitchFamily="34" charset="0"/>
                          <a:cs typeface="Arial" panose="020B0704020202020204" pitchFamily="34" charset="0"/>
                        </a:rPr>
                      </a:br>
                      <a:endParaRPr lang="en-US" sz="2000" dirty="0">
                        <a:solidFill>
                          <a:srgbClr val="1F3A4E"/>
                        </a:solidFill>
                      </a:endParaRPr>
                    </a:p>
                  </a:txBody>
                  <a:tcPr marL="106680" marR="106680">
                    <a:solidFill>
                      <a:srgbClr val="010101"/>
                    </a:solidFill>
                  </a:tcPr>
                </a:tc>
                <a:tc>
                  <a:txBody>
                    <a:bodyPr/>
                    <a:lstStyle/>
                    <a:p>
                      <a:pPr marL="0" marR="0" indent="0" algn="l" defTabSz="4389120" rtl="0" eaLnBrk="1" fontAlgn="auto" latinLnBrk="0" hangingPunct="1">
                        <a:lnSpc>
                          <a:spcPct val="100000"/>
                        </a:lnSpc>
                        <a:spcBef>
                          <a:spcPts val="0"/>
                        </a:spcBef>
                        <a:spcAft>
                          <a:spcPts val="0"/>
                        </a:spcAft>
                        <a:buClrTx/>
                        <a:buSzTx/>
                        <a:buFontTx/>
                        <a:buNone/>
                        <a:defRPr/>
                      </a:pPr>
                      <a:r>
                        <a:rPr lang="en-US" sz="2400" b="1" baseline="0" dirty="0">
                          <a:solidFill>
                            <a:srgbClr val="FFC000"/>
                          </a:solidFill>
                          <a:latin typeface="Arial" panose="020B0704020202020204" pitchFamily="34" charset="0"/>
                          <a:cs typeface="Arial" panose="020B0704020202020204" pitchFamily="34" charset="0"/>
                        </a:rPr>
                        <a:t>Important: Check the template size</a:t>
                      </a:r>
                      <a:br>
                        <a:rPr lang="en-US" sz="2000" b="0" baseline="0" dirty="0">
                          <a:solidFill>
                            <a:srgbClr val="FFC000"/>
                          </a:solidFill>
                          <a:latin typeface="Arial" panose="020B0704020202020204" pitchFamily="34" charset="0"/>
                          <a:cs typeface="Arial" panose="020B0704020202020204" pitchFamily="34" charset="0"/>
                        </a:rPr>
                      </a:br>
                      <a:r>
                        <a:rPr lang="en-US" sz="2000" b="0" baseline="0" dirty="0">
                          <a:solidFill>
                            <a:srgbClr val="D9D9D9"/>
                          </a:solidFill>
                          <a:latin typeface="Arial" panose="020B0704020202020204" pitchFamily="34" charset="0"/>
                          <a:cs typeface="Arial" panose="020B0704020202020204" pitchFamily="34" charset="0"/>
                        </a:rPr>
                        <a:t>Before starting your poster, ensure you have downloaded the correct template size to avoid printing issues.</a:t>
                      </a:r>
                      <a:endParaRPr lang="en-US" sz="2000" b="0" baseline="0" dirty="0">
                        <a:solidFill>
                          <a:srgbClr val="D9D9D9"/>
                        </a:solidFill>
                        <a:latin typeface="Arial" panose="020B0704020202020204" pitchFamily="34" charset="0"/>
                        <a:cs typeface="Arial" panose="020B0704020202020204" pitchFamily="34" charset="0"/>
                      </a:endParaRPr>
                    </a:p>
                    <a:p>
                      <a:pPr marL="0" marR="0" indent="0" algn="l" defTabSz="4389120" rtl="0" eaLnBrk="1" fontAlgn="auto" latinLnBrk="0" hangingPunct="1">
                        <a:lnSpc>
                          <a:spcPct val="100000"/>
                        </a:lnSpc>
                        <a:spcBef>
                          <a:spcPts val="0"/>
                        </a:spcBef>
                        <a:spcAft>
                          <a:spcPts val="0"/>
                        </a:spcAft>
                        <a:buClrTx/>
                        <a:buSzTx/>
                        <a:buFontTx/>
                        <a:buNone/>
                        <a:defRPr/>
                      </a:pPr>
                      <a:endParaRPr lang="en-US" sz="2000" b="0" baseline="0" dirty="0">
                        <a:solidFill>
                          <a:srgbClr val="D9D9D9"/>
                        </a:solidFill>
                        <a:latin typeface="Arial" panose="020B0704020202020204" pitchFamily="34" charset="0"/>
                        <a:cs typeface="Arial" panose="020B0704020202020204" pitchFamily="34" charset="0"/>
                      </a:endParaRPr>
                    </a:p>
                    <a:p>
                      <a:pPr marL="0" marR="0" indent="0" algn="l" defTabSz="4389120" rtl="0" eaLnBrk="1" fontAlgn="auto" latinLnBrk="0" hangingPunct="1">
                        <a:lnSpc>
                          <a:spcPct val="100000"/>
                        </a:lnSpc>
                        <a:spcBef>
                          <a:spcPts val="0"/>
                        </a:spcBef>
                        <a:spcAft>
                          <a:spcPts val="0"/>
                        </a:spcAft>
                        <a:buClrTx/>
                        <a:buSzTx/>
                        <a:buFontTx/>
                        <a:buNone/>
                        <a:defRPr/>
                      </a:pPr>
                      <a:r>
                        <a:rPr lang="en-US" sz="2000" b="0" baseline="0" dirty="0">
                          <a:solidFill>
                            <a:srgbClr val="D9D9D9"/>
                          </a:solidFill>
                          <a:latin typeface="Arial" panose="020B0704020202020204" pitchFamily="34" charset="0"/>
                          <a:cs typeface="Arial" panose="020B0704020202020204" pitchFamily="34" charset="0"/>
                        </a:rPr>
                        <a:t>This template can also be printed in the following sizes without distortion or additional formatting:</a:t>
                      </a:r>
                      <a:br>
                        <a:rPr lang="en-US" sz="2000" b="0" baseline="0" dirty="0">
                          <a:solidFill>
                            <a:srgbClr val="D9D9D9"/>
                          </a:solidFill>
                          <a:latin typeface="Arial" panose="020B0704020202020204" pitchFamily="34" charset="0"/>
                          <a:cs typeface="Arial" panose="020B0704020202020204" pitchFamily="34" charset="0"/>
                        </a:rPr>
                      </a:br>
                      <a:r>
                        <a:rPr kumimoji="0" lang="en-US" sz="2000" b="0" i="0" u="none" strike="noStrike" kern="1200" cap="none" spc="0" normalizeH="0" baseline="0" noProof="0" dirty="0">
                          <a:ln>
                            <a:noFill/>
                          </a:ln>
                          <a:solidFill>
                            <a:srgbClr val="FFC000"/>
                          </a:solidFill>
                          <a:effectLst/>
                          <a:uLnTx/>
                          <a:uFillTx/>
                          <a:latin typeface="Arial" panose="020B0704020202020204" pitchFamily="34" charset="0"/>
                          <a:ea typeface="+mn-ea"/>
                          <a:cs typeface="Arial" panose="020B0704020202020204" pitchFamily="34" charset="0"/>
                        </a:rPr>
                        <a:t>42 tall x 65.3 wide</a:t>
                      </a:r>
                      <a:br>
                        <a:rPr kumimoji="0" lang="en-US" sz="2000" b="0" i="0" u="none" strike="noStrike" kern="1200" cap="none" spc="0" normalizeH="0" baseline="0" noProof="0" dirty="0">
                          <a:ln>
                            <a:noFill/>
                          </a:ln>
                          <a:solidFill>
                            <a:srgbClr val="FFC000"/>
                          </a:solidFill>
                          <a:effectLst/>
                          <a:uLnTx/>
                          <a:uFillTx/>
                          <a:latin typeface="Arial" panose="020B0704020202020204" pitchFamily="34" charset="0"/>
                          <a:ea typeface="+mn-ea"/>
                          <a:cs typeface="Arial" panose="020B0704020202020204" pitchFamily="34" charset="0"/>
                        </a:rPr>
                      </a:br>
                      <a:r>
                        <a:rPr kumimoji="0" lang="en-US" sz="2000" b="0" i="0" u="none" strike="noStrike" kern="1200" cap="none" spc="0" normalizeH="0" baseline="0" noProof="0" dirty="0">
                          <a:ln>
                            <a:noFill/>
                          </a:ln>
                          <a:solidFill>
                            <a:srgbClr val="FFC000"/>
                          </a:solidFill>
                          <a:effectLst/>
                          <a:uLnTx/>
                          <a:uFillTx/>
                          <a:latin typeface="Arial" panose="020B0704020202020204" pitchFamily="34" charset="0"/>
                          <a:ea typeface="+mn-ea"/>
                          <a:cs typeface="Arial" panose="020B0704020202020204" pitchFamily="34" charset="0"/>
                        </a:rPr>
                        <a:t>48 tall x 74.6 wide</a:t>
                      </a:r>
                      <a:endParaRPr lang="en-US" sz="2000" b="0" baseline="0" dirty="0">
                        <a:solidFill>
                          <a:srgbClr val="FFC000"/>
                        </a:solidFill>
                        <a:latin typeface="Arial" panose="020B0704020202020204" pitchFamily="34" charset="0"/>
                        <a:cs typeface="Arial" panose="020B0704020202020204" pitchFamily="34" charset="0"/>
                      </a:endParaRPr>
                    </a:p>
                  </a:txBody>
                  <a:tcPr marL="213360" marR="106680" marT="137160">
                    <a:solidFill>
                      <a:srgbClr val="010101"/>
                    </a:solidFill>
                  </a:tcPr>
                </a:tc>
              </a:tr>
              <a:tr h="4144547">
                <a:tc>
                  <a:txBody>
                    <a:bodyPr/>
                    <a:lstStyle/>
                    <a:p>
                      <a:endParaRPr lang="en-US" sz="2000" dirty="0">
                        <a:solidFill>
                          <a:srgbClr val="1F3A4E"/>
                        </a:solidFill>
                      </a:endParaRPr>
                    </a:p>
                  </a:txBody>
                  <a:tcPr marL="106680" marR="106680">
                    <a:blipFill rotWithShape="1">
                      <a:blip r:embed="rId2"/>
                      <a:stretch>
                        <a:fillRect/>
                      </a:stretch>
                    </a:blipFill>
                  </a:tcPr>
                </a:tc>
                <a:tc>
                  <a:txBody>
                    <a:bodyPr/>
                    <a:lstStyle/>
                    <a:p>
                      <a:pPr algn="l"/>
                      <a:r>
                        <a:rPr lang="en-US" sz="2400" b="1" baseline="0" dirty="0">
                          <a:solidFill>
                            <a:srgbClr val="FFC000"/>
                          </a:solidFill>
                          <a:latin typeface="Arial" panose="020B0704020202020204" pitchFamily="34" charset="0"/>
                          <a:cs typeface="Arial" panose="020B0704020202020204" pitchFamily="34" charset="0"/>
                        </a:rPr>
                        <a:t>How to </a:t>
                      </a:r>
                      <a:r>
                        <a:rPr lang="en-US" sz="4000" b="1" baseline="0" dirty="0">
                          <a:solidFill>
                            <a:srgbClr val="FFC000"/>
                          </a:solidFill>
                          <a:latin typeface="Arial" panose="020B0704020202020204" pitchFamily="34" charset="0"/>
                          <a:cs typeface="Arial" panose="020B0704020202020204" pitchFamily="34" charset="0"/>
                        </a:rPr>
                        <a:t>Zoom in </a:t>
                      </a:r>
                      <a:r>
                        <a:rPr lang="en-US" sz="2400" b="1" baseline="0" dirty="0">
                          <a:solidFill>
                            <a:srgbClr val="FFC000"/>
                          </a:solidFill>
                          <a:latin typeface="Arial" panose="020B0704020202020204" pitchFamily="34" charset="0"/>
                          <a:cs typeface="Arial" panose="020B0704020202020204" pitchFamily="34" charset="0"/>
                        </a:rPr>
                        <a:t>and </a:t>
                      </a:r>
                      <a:r>
                        <a:rPr lang="en-US" sz="1800" b="1" baseline="0" dirty="0">
                          <a:solidFill>
                            <a:srgbClr val="FFC000"/>
                          </a:solidFill>
                          <a:latin typeface="Arial" panose="020B0704020202020204" pitchFamily="34" charset="0"/>
                          <a:cs typeface="Arial" panose="020B0704020202020204" pitchFamily="34" charset="0"/>
                        </a:rPr>
                        <a:t>out</a:t>
                      </a:r>
                      <a:endParaRPr lang="en-US" sz="2400" b="1" baseline="0" dirty="0">
                        <a:solidFill>
                          <a:srgbClr val="FFC000"/>
                        </a:solidFill>
                        <a:latin typeface="Arial" panose="020B0704020202020204" pitchFamily="34" charset="0"/>
                        <a:cs typeface="Arial" panose="020B0704020202020204" pitchFamily="34" charset="0"/>
                      </a:endParaRPr>
                    </a:p>
                    <a:p>
                      <a:pPr algn="l"/>
                      <a:r>
                        <a:rPr lang="en-US" sz="2000" b="0" baseline="0" dirty="0">
                          <a:solidFill>
                            <a:srgbClr val="D9D9D9"/>
                          </a:solidFill>
                          <a:latin typeface="Arial" panose="020B0704020202020204" pitchFamily="34" charset="0"/>
                          <a:cs typeface="Arial" panose="020B0704020202020204" pitchFamily="34" charset="0"/>
                        </a:rPr>
                        <a:t>Use the PowerPoint zoom tool to adjust the screen magnification for comfortable viewing. PowerPoint offers two ways to zoom:</a:t>
                      </a:r>
                      <a:endParaRPr lang="en-US" sz="2000" b="0" baseline="0" dirty="0">
                        <a:solidFill>
                          <a:srgbClr val="D9D9D9"/>
                        </a:solidFill>
                        <a:latin typeface="Arial" panose="020B0704020202020204" pitchFamily="34" charset="0"/>
                        <a:cs typeface="Arial" panose="020B0704020202020204" pitchFamily="34" charset="0"/>
                      </a:endParaRPr>
                    </a:p>
                    <a:p>
                      <a:pPr algn="l"/>
                      <a:endParaRPr lang="en-US" sz="2000" b="0" baseline="0" dirty="0">
                        <a:solidFill>
                          <a:srgbClr val="D9D9D9"/>
                        </a:solidFill>
                        <a:latin typeface="Arial" panose="020B0704020202020204" pitchFamily="34" charset="0"/>
                        <a:cs typeface="Arial" panose="020B0704020202020204" pitchFamily="34" charset="0"/>
                      </a:endParaRPr>
                    </a:p>
                    <a:p>
                      <a:pPr algn="l"/>
                      <a:r>
                        <a:rPr lang="en-US" sz="2000" b="0" baseline="0" dirty="0">
                          <a:solidFill>
                            <a:srgbClr val="D9D9D9"/>
                          </a:solidFill>
                          <a:latin typeface="Arial" panose="020B0704020202020204" pitchFamily="34" charset="0"/>
                          <a:cs typeface="Arial" panose="020B0704020202020204" pitchFamily="34" charset="0"/>
                        </a:rPr>
                        <a:t>1. Click the VIEW tab in the top menu bar, then select ZOOM. Choose the zoom percentage that suits you best.</a:t>
                      </a:r>
                      <a:endParaRPr lang="en-US" sz="2000" b="0" baseline="0" dirty="0">
                        <a:solidFill>
                          <a:srgbClr val="D9D9D9"/>
                        </a:solidFill>
                        <a:latin typeface="Arial" panose="020B0704020202020204" pitchFamily="34" charset="0"/>
                        <a:cs typeface="Arial" panose="020B0704020202020204" pitchFamily="34" charset="0"/>
                      </a:endParaRPr>
                    </a:p>
                    <a:p>
                      <a:pPr algn="l"/>
                      <a:r>
                        <a:rPr lang="en-US" sz="2000" b="0" baseline="0" dirty="0">
                          <a:solidFill>
                            <a:srgbClr val="D9D9D9"/>
                          </a:solidFill>
                          <a:latin typeface="Arial" panose="020B0704020202020204" pitchFamily="34" charset="0"/>
                          <a:cs typeface="Arial" panose="020B0704020202020204" pitchFamily="34" charset="0"/>
                        </a:rPr>
                        <a:t>2. Use the zoom slider located at the bottom-right corner of the window for more flexible adjustments.</a:t>
                      </a:r>
                      <a:endParaRPr lang="en-US" sz="2000" b="0" baseline="0" dirty="0">
                        <a:solidFill>
                          <a:srgbClr val="D9D9D9"/>
                        </a:solidFill>
                        <a:latin typeface="Arial" panose="020B0704020202020204" pitchFamily="34" charset="0"/>
                        <a:cs typeface="Arial" panose="020B0704020202020204" pitchFamily="34" charset="0"/>
                      </a:endParaRPr>
                    </a:p>
                  </a:txBody>
                  <a:tcPr marL="213360" marR="106680" marT="137160">
                    <a:solidFill>
                      <a:srgbClr val="010101"/>
                    </a:solidFill>
                  </a:tcPr>
                </a:tc>
              </a:tr>
              <a:tr h="1947619">
                <a:tc gridSpan="2">
                  <a:txBody>
                    <a:bodyPr/>
                    <a:lstStyle/>
                    <a:p>
                      <a:pPr marL="0" marR="0" lvl="0" indent="0" algn="l" defTabSz="4389120" rtl="0" eaLnBrk="1" fontAlgn="auto" latinLnBrk="0" hangingPunct="1">
                        <a:lnSpc>
                          <a:spcPct val="100000"/>
                        </a:lnSpc>
                        <a:spcBef>
                          <a:spcPts val="0"/>
                        </a:spcBef>
                        <a:spcAft>
                          <a:spcPts val="0"/>
                        </a:spcAft>
                        <a:buClrTx/>
                        <a:buSzTx/>
                        <a:buFontTx/>
                        <a:buNone/>
                        <a:defRPr/>
                      </a:pPr>
                      <a:r>
                        <a:rPr lang="en-US" sz="2400" b="1" baseline="0" dirty="0">
                          <a:solidFill>
                            <a:srgbClr val="FFC000"/>
                          </a:solidFill>
                          <a:latin typeface="Arial" panose="020B0704020202020204" pitchFamily="34" charset="0"/>
                          <a:cs typeface="Arial" panose="020B0704020202020204" pitchFamily="34" charset="0"/>
                        </a:rPr>
                        <a:t>Ruler and Guides</a:t>
                      </a:r>
                      <a:br>
                        <a:rPr lang="en-US" sz="2000" b="0" baseline="0" dirty="0">
                          <a:solidFill>
                            <a:srgbClr val="FFC000"/>
                          </a:solidFill>
                          <a:latin typeface="Arial" panose="020B0704020202020204" pitchFamily="34" charset="0"/>
                          <a:cs typeface="Arial" panose="020B0704020202020204" pitchFamily="34" charset="0"/>
                        </a:rPr>
                      </a:br>
                      <a:r>
                        <a:rPr lang="en-US" sz="2000" b="0" baseline="0" dirty="0">
                          <a:solidFill>
                            <a:srgbClr val="D9D9D9"/>
                          </a:solidFill>
                          <a:latin typeface="Arial" panose="020B0704020202020204" pitchFamily="34" charset="0"/>
                          <a:cs typeface="Arial" panose="020B0704020202020204" pitchFamily="34" charset="0"/>
                        </a:rPr>
                        <a:t>The thin lines on this poster template are alignment guides. Horizontal and vertical guides help you position poster elements accurately. Text boxes and other elements will "snap" to the guides, ensuring they stay within the column boundaries.</a:t>
                      </a:r>
                      <a:endParaRPr lang="en-US" sz="2000" b="0" baseline="0" dirty="0">
                        <a:solidFill>
                          <a:srgbClr val="D9D9D9"/>
                        </a:solidFill>
                        <a:latin typeface="Arial" panose="020B0704020202020204" pitchFamily="34" charset="0"/>
                        <a:cs typeface="Arial" panose="020B0704020202020204" pitchFamily="34" charset="0"/>
                      </a:endParaRPr>
                    </a:p>
                    <a:p>
                      <a:pPr marL="0" marR="0" lvl="0" indent="0" algn="l" defTabSz="4389120" rtl="0" eaLnBrk="1" fontAlgn="auto" latinLnBrk="0" hangingPunct="1">
                        <a:lnSpc>
                          <a:spcPct val="100000"/>
                        </a:lnSpc>
                        <a:spcBef>
                          <a:spcPts val="0"/>
                        </a:spcBef>
                        <a:spcAft>
                          <a:spcPts val="0"/>
                        </a:spcAft>
                        <a:buClrTx/>
                        <a:buSzTx/>
                        <a:buFontTx/>
                        <a:buNone/>
                        <a:defRPr/>
                      </a:pPr>
                      <a:r>
                        <a:rPr lang="en-US" sz="2000" b="0" baseline="0" dirty="0">
                          <a:solidFill>
                            <a:srgbClr val="D9D9D9"/>
                          </a:solidFill>
                          <a:latin typeface="Arial" panose="020B0704020202020204" pitchFamily="34" charset="0"/>
                          <a:cs typeface="Arial" panose="020B0704020202020204" pitchFamily="34" charset="0"/>
                        </a:rPr>
                        <a:t>To hide the guides, go to the VIEW tab and uncheck the Guides box.</a:t>
                      </a:r>
                      <a:endParaRPr lang="en-US" sz="2000" b="0" baseline="0" dirty="0">
                        <a:solidFill>
                          <a:srgbClr val="D9D9D9"/>
                        </a:solidFill>
                        <a:latin typeface="Arial" panose="020B0704020202020204" pitchFamily="34" charset="0"/>
                        <a:cs typeface="Arial" panose="020B0704020202020204" pitchFamily="34" charset="0"/>
                      </a:endParaRPr>
                    </a:p>
                  </a:txBody>
                  <a:tcPr marL="106680" marR="106680">
                    <a:solidFill>
                      <a:srgbClr val="010101"/>
                    </a:solidFill>
                  </a:tcPr>
                </a:tc>
                <a:tc hMerge="1">
                  <a:tcPr marL="182880" marT="137160">
                    <a:solidFill>
                      <a:schemeClr val="tx1">
                        <a:lumMod val="95000"/>
                        <a:lumOff val="5000"/>
                      </a:schemeClr>
                    </a:solidFill>
                  </a:tcPr>
                </a:tc>
              </a:tr>
              <a:tr h="3695801">
                <a:tc>
                  <a:txBody>
                    <a:bodyPr/>
                    <a:lstStyle/>
                    <a:p>
                      <a:endParaRPr lang="en-US" sz="2000" dirty="0">
                        <a:solidFill>
                          <a:srgbClr val="1F3A4E"/>
                        </a:solidFill>
                      </a:endParaRPr>
                    </a:p>
                  </a:txBody>
                  <a:tcPr marL="106680" marR="106680">
                    <a:blipFill rotWithShape="1">
                      <a:blip r:embed="rId3"/>
                      <a:stretch>
                        <a:fillRect/>
                      </a:stretch>
                    </a:blipFill>
                  </a:tcPr>
                </a:tc>
                <a:tc>
                  <a:txBody>
                    <a:bodyPr/>
                    <a:lstStyle/>
                    <a:p>
                      <a:pPr marL="0" lvl="1" indent="0" algn="l" defTabSz="114300"/>
                      <a:r>
                        <a:rPr lang="en-US" sz="2400" b="1" baseline="0" dirty="0">
                          <a:solidFill>
                            <a:srgbClr val="FFC000"/>
                          </a:solidFill>
                          <a:latin typeface="Arial" panose="020B0704020202020204" pitchFamily="34" charset="0"/>
                          <a:cs typeface="Arial" panose="020B0704020202020204" pitchFamily="34" charset="0"/>
                        </a:rPr>
                        <a:t>Headers and text containers</a:t>
                      </a:r>
                      <a:br>
                        <a:rPr lang="en-US" sz="2000" b="0" baseline="0" dirty="0">
                          <a:solidFill>
                            <a:schemeClr val="bg1"/>
                          </a:solidFill>
                          <a:latin typeface="Arial" panose="020B0704020202020204" pitchFamily="34" charset="0"/>
                          <a:cs typeface="Arial" panose="020B0704020202020204" pitchFamily="34" charset="0"/>
                        </a:rPr>
                      </a:br>
                      <a:r>
                        <a:rPr lang="en-US" sz="2000" b="0" baseline="0" dirty="0">
                          <a:solidFill>
                            <a:schemeClr val="bg1"/>
                          </a:solidFill>
                          <a:latin typeface="Arial" panose="020B0704020202020204" pitchFamily="34" charset="0"/>
                          <a:cs typeface="Arial" panose="020B0704020202020204" pitchFamily="34" charset="0"/>
                        </a:rPr>
                        <a:t>This template includes commonly used section headers, such as Abstract, Objectives, Methods, and Results.</a:t>
                      </a:r>
                      <a:endParaRPr lang="en-US" sz="2000" b="0" baseline="0" dirty="0">
                        <a:solidFill>
                          <a:schemeClr val="bg1"/>
                        </a:solidFill>
                        <a:latin typeface="Arial" panose="020B0704020202020204" pitchFamily="34" charset="0"/>
                        <a:cs typeface="Arial" panose="020B0704020202020204" pitchFamily="34" charset="0"/>
                      </a:endParaRPr>
                    </a:p>
                    <a:p>
                      <a:pPr marL="0" lvl="1" indent="0" algn="l" defTabSz="114300"/>
                      <a:endParaRPr lang="en-US" sz="2000" b="0" baseline="0" dirty="0">
                        <a:solidFill>
                          <a:schemeClr val="bg1"/>
                        </a:solidFill>
                        <a:latin typeface="Arial" panose="020B0704020202020204" pitchFamily="34" charset="0"/>
                        <a:cs typeface="Arial" panose="020B0704020202020204" pitchFamily="34" charset="0"/>
                      </a:endParaRPr>
                    </a:p>
                    <a:p>
                      <a:pPr marL="0" lvl="1" indent="0" algn="l" defTabSz="114300"/>
                      <a:r>
                        <a:rPr lang="en-US" sz="2000" b="0" baseline="0" dirty="0">
                          <a:solidFill>
                            <a:schemeClr val="bg1"/>
                          </a:solidFill>
                          <a:latin typeface="Arial" panose="020B0704020202020204" pitchFamily="34" charset="0"/>
                          <a:cs typeface="Arial" panose="020B0704020202020204" pitchFamily="34" charset="0"/>
                        </a:rPr>
                        <a:t>Click inside a section header to add text.</a:t>
                      </a:r>
                      <a:endParaRPr lang="en-US" sz="2000" b="0" baseline="0" dirty="0">
                        <a:solidFill>
                          <a:schemeClr val="bg1"/>
                        </a:solidFill>
                        <a:latin typeface="Arial" panose="020B0704020202020204" pitchFamily="34" charset="0"/>
                        <a:cs typeface="Arial" panose="020B0704020202020204" pitchFamily="34" charset="0"/>
                      </a:endParaRPr>
                    </a:p>
                    <a:p>
                      <a:pPr marL="0" lvl="1" indent="0" algn="l" defTabSz="114300"/>
                      <a:r>
                        <a:rPr lang="en-US" sz="2000" b="0" baseline="0" dirty="0">
                          <a:solidFill>
                            <a:schemeClr val="bg1"/>
                          </a:solidFill>
                          <a:latin typeface="Arial" panose="020B0704020202020204" pitchFamily="34" charset="0"/>
                          <a:cs typeface="Arial" panose="020B0704020202020204" pitchFamily="34" charset="0"/>
                        </a:rPr>
                        <a:t>To create a new header, click the edge of the section box to outline it, then copy and paste it.</a:t>
                      </a:r>
                      <a:endParaRPr lang="en-US" sz="2000" b="0" baseline="0" dirty="0">
                        <a:solidFill>
                          <a:schemeClr val="bg1"/>
                        </a:solidFill>
                        <a:latin typeface="Arial" panose="020B0704020202020204" pitchFamily="34" charset="0"/>
                        <a:cs typeface="Arial" panose="020B0704020202020204" pitchFamily="34" charset="0"/>
                      </a:endParaRPr>
                    </a:p>
                    <a:p>
                      <a:pPr marL="0" lvl="1" indent="0" algn="l" defTabSz="114300"/>
                      <a:r>
                        <a:rPr lang="en-US" sz="2000" b="0" baseline="0" dirty="0">
                          <a:solidFill>
                            <a:schemeClr val="bg1"/>
                          </a:solidFill>
                          <a:latin typeface="Arial" panose="020B0704020202020204" pitchFamily="34" charset="0"/>
                          <a:cs typeface="Arial" panose="020B0704020202020204" pitchFamily="34" charset="0"/>
                        </a:rPr>
                        <a:t>To resize a header, click on the white circles and drag to the desired size.</a:t>
                      </a:r>
                      <a:endParaRPr lang="en-US" sz="2000" b="0" baseline="0" dirty="0">
                        <a:solidFill>
                          <a:srgbClr val="D9D9D9"/>
                        </a:solidFill>
                        <a:latin typeface="Arial" panose="020B0704020202020204" pitchFamily="34" charset="0"/>
                        <a:cs typeface="Arial" panose="020B0704020202020204" pitchFamily="34" charset="0"/>
                      </a:endParaRPr>
                    </a:p>
                  </a:txBody>
                  <a:tcPr marL="213360" marR="106680" marT="137160">
                    <a:solidFill>
                      <a:srgbClr val="010101"/>
                    </a:solidFill>
                  </a:tcPr>
                </a:tc>
              </a:tr>
              <a:tr h="3400855">
                <a:tc gridSpan="2">
                  <a:txBody>
                    <a:bodyPr/>
                    <a:lstStyle/>
                    <a:p>
                      <a:r>
                        <a:rPr lang="en-US" sz="2400" b="1" dirty="0">
                          <a:solidFill>
                            <a:srgbClr val="FFC000"/>
                          </a:solidFill>
                          <a:latin typeface="Arial" panose="020B0704020202020204" pitchFamily="34" charset="0"/>
                          <a:cs typeface="Arial" panose="020B0704020202020204" pitchFamily="34" charset="0"/>
                        </a:rPr>
                        <a:t>Adding content to the poster</a:t>
                      </a:r>
                      <a:endParaRPr lang="en-US" sz="2400" b="1" dirty="0">
                        <a:solidFill>
                          <a:srgbClr val="FFC000"/>
                        </a:solidFill>
                        <a:latin typeface="Arial" panose="020B0704020202020204" pitchFamily="34" charset="0"/>
                        <a:cs typeface="Arial" panose="020B0704020202020204" pitchFamily="34" charset="0"/>
                      </a:endParaRPr>
                    </a:p>
                    <a:p>
                      <a:r>
                        <a:rPr lang="en-US" sz="2000" baseline="0" dirty="0">
                          <a:solidFill>
                            <a:srgbClr val="D9D9D9"/>
                          </a:solidFill>
                          <a:latin typeface="Arial" panose="020B0704020202020204" pitchFamily="34" charset="0"/>
                          <a:cs typeface="Arial" panose="020B0704020202020204" pitchFamily="34" charset="0"/>
                        </a:rPr>
                        <a:t>Start by adding text to each section without worrying too much about formatting. Use the default font size initially, even if the text overflows beyond the poster’s boundaries or doesn’t completely fill the space. Add all your content, including text, graphics, and photos.</a:t>
                      </a:r>
                      <a:endParaRPr lang="en-US" sz="2000" baseline="0" dirty="0">
                        <a:solidFill>
                          <a:srgbClr val="D9D9D9"/>
                        </a:solidFill>
                        <a:latin typeface="Arial" panose="020B0704020202020204" pitchFamily="34" charset="0"/>
                        <a:cs typeface="Arial" panose="020B0704020202020204" pitchFamily="34" charset="0"/>
                      </a:endParaRPr>
                    </a:p>
                    <a:p>
                      <a:endParaRPr lang="en-US" sz="2000" baseline="0" dirty="0">
                        <a:solidFill>
                          <a:srgbClr val="D9D9D9"/>
                        </a:solidFill>
                        <a:latin typeface="Arial" panose="020B0704020202020204" pitchFamily="34" charset="0"/>
                        <a:cs typeface="Arial" panose="020B0704020202020204" pitchFamily="34" charset="0"/>
                      </a:endParaRPr>
                    </a:p>
                    <a:p>
                      <a:r>
                        <a:rPr lang="en-US" sz="2000" baseline="0" dirty="0">
                          <a:solidFill>
                            <a:srgbClr val="D9D9D9"/>
                          </a:solidFill>
                          <a:latin typeface="Arial" panose="020B0704020202020204" pitchFamily="34" charset="0"/>
                          <a:cs typeface="Arial" panose="020B0704020202020204" pitchFamily="34" charset="0"/>
                        </a:rPr>
                        <a:t>Once everything is in place, go back and adjust the size of your text, images, and other visual elements to distribute the content evenly across the poster.</a:t>
                      </a:r>
                      <a:endParaRPr lang="en-US" sz="2000" baseline="0" dirty="0">
                        <a:solidFill>
                          <a:srgbClr val="D9D9D9"/>
                        </a:solidFill>
                        <a:latin typeface="Arial" panose="020B0704020202020204" pitchFamily="34" charset="0"/>
                        <a:cs typeface="Arial" panose="020B0704020202020204" pitchFamily="34" charset="0"/>
                      </a:endParaRPr>
                    </a:p>
                    <a:p>
                      <a:endParaRPr lang="en-US" sz="2000" baseline="0" dirty="0">
                        <a:solidFill>
                          <a:srgbClr val="D9D9D9"/>
                        </a:solidFill>
                        <a:latin typeface="Arial" panose="020B0704020202020204" pitchFamily="34" charset="0"/>
                        <a:cs typeface="Arial" panose="020B0704020202020204" pitchFamily="34" charset="0"/>
                      </a:endParaRPr>
                    </a:p>
                    <a:p>
                      <a:r>
                        <a:rPr lang="en-US" sz="2000" baseline="0" dirty="0">
                          <a:solidFill>
                            <a:srgbClr val="D9D9D9"/>
                          </a:solidFill>
                          <a:latin typeface="Arial" panose="020B0704020202020204" pitchFamily="34" charset="0"/>
                          <a:cs typeface="Arial" panose="020B0704020202020204" pitchFamily="34" charset="0"/>
                        </a:rPr>
                        <a:t>Make sure everything is aligned correctly before you finalize your poster.</a:t>
                      </a:r>
                      <a:endParaRPr lang="en-US" sz="2000" baseline="0" dirty="0">
                        <a:solidFill>
                          <a:srgbClr val="D9D9D9"/>
                        </a:solidFill>
                        <a:latin typeface="Arial" panose="020B0704020202020204" pitchFamily="34" charset="0"/>
                        <a:cs typeface="Arial" panose="020B0704020202020204" pitchFamily="34" charset="0"/>
                      </a:endParaRPr>
                    </a:p>
                  </a:txBody>
                  <a:tcPr marL="106680" marR="106680">
                    <a:solidFill>
                      <a:srgbClr val="010101"/>
                    </a:solidFill>
                  </a:tcPr>
                </a:tc>
                <a:tc hMerge="1">
                  <a:tcPr marL="182880" marT="137160">
                    <a:solidFill>
                      <a:srgbClr val="010101"/>
                    </a:solidFill>
                  </a:tcPr>
                </a:tc>
              </a:tr>
              <a:tr h="2297743">
                <a:tc gridSpan="2">
                  <a:txBody>
                    <a:bodyPr/>
                    <a:lstStyle/>
                    <a:p>
                      <a:pPr marL="0" marR="0" lvl="0" indent="0" algn="l" defTabSz="1518285" rtl="0" eaLnBrk="1" fontAlgn="auto" latinLnBrk="0" hangingPunct="1">
                        <a:lnSpc>
                          <a:spcPct val="100000"/>
                        </a:lnSpc>
                        <a:spcBef>
                          <a:spcPts val="0"/>
                        </a:spcBef>
                        <a:spcAft>
                          <a:spcPts val="0"/>
                        </a:spcAft>
                        <a:buClrTx/>
                        <a:buSzTx/>
                        <a:buFontTx/>
                        <a:buNone/>
                        <a:defRPr/>
                      </a:pPr>
                      <a:r>
                        <a:rPr lang="en-US" sz="2400" b="1" noProof="0" dirty="0">
                          <a:solidFill>
                            <a:srgbClr val="FFC000"/>
                          </a:solidFill>
                          <a:latin typeface="Arial" panose="020B0704020202020204" pitchFamily="34" charset="0"/>
                          <a:cs typeface="Arial" panose="020B0704020202020204" pitchFamily="34" charset="0"/>
                        </a:rPr>
                        <a:t>Photos</a:t>
                      </a:r>
                      <a:endParaRPr lang="en-US" sz="2400" b="1" noProof="0" dirty="0">
                        <a:solidFill>
                          <a:srgbClr val="FFC000"/>
                        </a:solidFill>
                        <a:latin typeface="Arial" panose="020B0704020202020204" pitchFamily="34" charset="0"/>
                        <a:cs typeface="Arial" panose="020B0704020202020204" pitchFamily="34" charset="0"/>
                      </a:endParaRPr>
                    </a:p>
                    <a:p>
                      <a:pPr marL="0" marR="0" lvl="0" indent="0" algn="l" defTabSz="977900" rtl="0" eaLnBrk="1" fontAlgn="auto" latinLnBrk="0" hangingPunct="1">
                        <a:lnSpc>
                          <a:spcPct val="100000"/>
                        </a:lnSpc>
                        <a:spcBef>
                          <a:spcPts val="0"/>
                        </a:spcBef>
                        <a:spcAft>
                          <a:spcPts val="0"/>
                        </a:spcAft>
                        <a:buClrTx/>
                        <a:buSzTx/>
                        <a:buFontTx/>
                        <a:buNone/>
                        <a:defRPr/>
                      </a:pPr>
                      <a:r>
                        <a:rPr kumimoji="0" lang="en-US" sz="2000" b="0" i="0" u="none" strike="noStrike" kern="1200" cap="none" spc="0" normalizeH="0" baseline="0" noProof="0" dirty="0">
                          <a:ln>
                            <a:noFill/>
                          </a:ln>
                          <a:solidFill>
                            <a:srgbClr val="D9D9D9"/>
                          </a:solidFill>
                          <a:effectLst/>
                          <a:uLnTx/>
                          <a:uFillTx/>
                          <a:latin typeface="Arial" panose="020B0704020202020204"/>
                          <a:ea typeface="+mn-ea"/>
                          <a:cs typeface="Arial" panose="020B0704020202020204"/>
                        </a:rPr>
                        <a:t>To add photos, you can drag and drop them from your desktop, copy and paste, or go to INSERT &gt; PICTURES in the menu.</a:t>
                      </a:r>
                      <a:endParaRPr kumimoji="0" lang="en-US" sz="2000" b="0" i="0" u="none" strike="noStrike" kern="1200" cap="none" spc="0" normalizeH="0" baseline="0" noProof="0" dirty="0">
                        <a:ln>
                          <a:noFill/>
                        </a:ln>
                        <a:solidFill>
                          <a:srgbClr val="D9D9D9"/>
                        </a:solidFill>
                        <a:effectLst/>
                        <a:uLnTx/>
                        <a:uFillTx/>
                        <a:latin typeface="Arial" panose="020B0704020202020204"/>
                        <a:ea typeface="+mn-ea"/>
                        <a:cs typeface="Arial" panose="020B0704020202020204"/>
                      </a:endParaRPr>
                    </a:p>
                    <a:p>
                      <a:pPr marL="0" marR="0" lvl="0" indent="0" algn="l" defTabSz="977900" rtl="0" eaLnBrk="1" fontAlgn="auto" latinLnBrk="0" hangingPunct="1">
                        <a:lnSpc>
                          <a:spcPct val="100000"/>
                        </a:lnSpc>
                        <a:spcBef>
                          <a:spcPts val="0"/>
                        </a:spcBef>
                        <a:spcAft>
                          <a:spcPts val="0"/>
                        </a:spcAft>
                        <a:buClrTx/>
                        <a:buSzTx/>
                        <a:buFontTx/>
                        <a:buNone/>
                        <a:defRPr/>
                      </a:pPr>
                      <a:endParaRPr kumimoji="0" lang="en-US" sz="2000" b="0" i="0" u="none" strike="noStrike" kern="1200" cap="none" spc="0" normalizeH="0" baseline="0" noProof="0" dirty="0">
                        <a:ln>
                          <a:noFill/>
                        </a:ln>
                        <a:solidFill>
                          <a:srgbClr val="D9D9D9"/>
                        </a:solidFill>
                        <a:effectLst/>
                        <a:uLnTx/>
                        <a:uFillTx/>
                        <a:latin typeface="Arial" panose="020B0704020202020204"/>
                        <a:ea typeface="+mn-ea"/>
                        <a:cs typeface="Arial" panose="020B0704020202020204"/>
                      </a:endParaRPr>
                    </a:p>
                    <a:p>
                      <a:pPr marL="0" marR="0" lvl="0" indent="0" algn="l" defTabSz="977900" rtl="0" eaLnBrk="1" fontAlgn="auto" latinLnBrk="0" hangingPunct="1">
                        <a:lnSpc>
                          <a:spcPct val="100000"/>
                        </a:lnSpc>
                        <a:spcBef>
                          <a:spcPts val="0"/>
                        </a:spcBef>
                        <a:spcAft>
                          <a:spcPts val="0"/>
                        </a:spcAft>
                        <a:buClrTx/>
                        <a:buSzTx/>
                        <a:buFontTx/>
                        <a:buNone/>
                        <a:defRPr/>
                      </a:pPr>
                      <a:r>
                        <a:rPr kumimoji="0" lang="en-US" sz="2000" b="0" i="0" u="none" strike="noStrike" kern="1200" cap="none" spc="0" normalizeH="0" baseline="0" noProof="0" dirty="0">
                          <a:ln>
                            <a:noFill/>
                          </a:ln>
                          <a:solidFill>
                            <a:srgbClr val="D9D9D9"/>
                          </a:solidFill>
                          <a:effectLst/>
                          <a:uLnTx/>
                          <a:uFillTx/>
                          <a:latin typeface="Arial" panose="020B0704020202020204"/>
                          <a:ea typeface="+mn-ea"/>
                          <a:cs typeface="Arial" panose="020B0704020202020204"/>
                        </a:rPr>
                        <a:t>To resize images proportionally, drag one of the white corner handles (small circles or squares). The middle handles will stretch and distort your image. </a:t>
                      </a:r>
                      <a:endParaRPr kumimoji="0" lang="en-US" sz="2000" b="0" i="0" u="none" strike="noStrike" kern="1200" cap="none" spc="0" normalizeH="0" baseline="0" noProof="0" dirty="0">
                        <a:ln>
                          <a:noFill/>
                        </a:ln>
                        <a:solidFill>
                          <a:srgbClr val="D9D9D9"/>
                        </a:solidFill>
                        <a:effectLst/>
                        <a:uLnTx/>
                        <a:uFillTx/>
                        <a:latin typeface="Arial" panose="020B0704020202020204"/>
                        <a:ea typeface="+mn-ea"/>
                        <a:cs typeface="Arial" panose="020B0704020202020204"/>
                      </a:endParaRPr>
                    </a:p>
                  </a:txBody>
                  <a:tcPr marL="213360" marR="106680" marT="137160">
                    <a:solidFill>
                      <a:srgbClr val="010101"/>
                    </a:solidFill>
                  </a:tcPr>
                </a:tc>
                <a:tc hMerge="1">
                  <a:tcPr/>
                </a:tc>
              </a:tr>
              <a:tr h="2216095">
                <a:tc gridSpan="2">
                  <a:txBody>
                    <a:bodyPr/>
                    <a:lstStyle/>
                    <a:p>
                      <a:endParaRPr lang="en-US" sz="2000" dirty="0">
                        <a:solidFill>
                          <a:schemeClr val="bg1"/>
                        </a:solidFill>
                        <a:latin typeface="Arial" panose="020B0704020202020204" pitchFamily="34" charset="0"/>
                        <a:cs typeface="Arial" panose="020B0704020202020204" pitchFamily="34" charset="0"/>
                      </a:endParaRPr>
                    </a:p>
                  </a:txBody>
                  <a:tcPr marL="213360" marR="106680" marT="137160">
                    <a:blipFill rotWithShape="1">
                      <a:blip r:embed="rId4"/>
                      <a:stretch>
                        <a:fillRect/>
                      </a:stretch>
                    </a:blipFill>
                  </a:tcPr>
                </a:tc>
                <a:tc hMerge="1">
                  <a:tcPr/>
                </a:tc>
              </a:tr>
              <a:tr h="2337143">
                <a:tc gridSpan="2">
                  <a:txBody>
                    <a:bodyPr/>
                    <a:lstStyle/>
                    <a:p>
                      <a:pPr marL="0" marR="0" lvl="0" indent="0" algn="l" defTabSz="1518285" rtl="0" eaLnBrk="1" fontAlgn="auto" latinLnBrk="0" hangingPunct="1">
                        <a:lnSpc>
                          <a:spcPct val="100000"/>
                        </a:lnSpc>
                        <a:spcBef>
                          <a:spcPts val="0"/>
                        </a:spcBef>
                        <a:spcAft>
                          <a:spcPts val="0"/>
                        </a:spcAft>
                        <a:buClrTx/>
                        <a:buSzTx/>
                        <a:buFontTx/>
                        <a:buNone/>
                        <a:defRPr/>
                      </a:pPr>
                      <a:r>
                        <a:rPr lang="en-US" sz="2400" b="1" noProof="0" dirty="0">
                          <a:solidFill>
                            <a:srgbClr val="FFC000"/>
                          </a:solidFill>
                          <a:latin typeface="Arial" panose="020B0704020202020204"/>
                          <a:cs typeface="Arial" panose="020B0704020202020204"/>
                        </a:rPr>
                        <a:t>Quality check your graphics</a:t>
                      </a:r>
                      <a:endParaRPr lang="en-US" sz="2400" b="1" noProof="0" dirty="0">
                        <a:solidFill>
                          <a:srgbClr val="FFC000"/>
                        </a:solidFill>
                        <a:latin typeface="Arial" panose="020B0704020202020204"/>
                        <a:cs typeface="Arial" panose="020B0704020202020204"/>
                      </a:endParaRPr>
                    </a:p>
                    <a:p>
                      <a:pPr marL="0" marR="0" lvl="0" indent="0" algn="l" defTabSz="1518285" rtl="0" eaLnBrk="1" fontAlgn="auto" latinLnBrk="0" hangingPunct="1">
                        <a:lnSpc>
                          <a:spcPct val="100000"/>
                        </a:lnSpc>
                        <a:spcBef>
                          <a:spcPts val="0"/>
                        </a:spcBef>
                        <a:spcAft>
                          <a:spcPts val="0"/>
                        </a:spcAft>
                        <a:buClrTx/>
                        <a:buSzTx/>
                        <a:buFontTx/>
                        <a:buNone/>
                        <a:defRPr/>
                      </a:pPr>
                      <a:r>
                        <a:rPr lang="en-US" sz="2000" noProof="0" dirty="0">
                          <a:solidFill>
                            <a:srgbClr val="D9D9D9"/>
                          </a:solidFill>
                          <a:latin typeface="Arial" panose="020B0704020202020204"/>
                          <a:cs typeface="Arial" panose="020B0704020202020204"/>
                        </a:rPr>
                        <a:t>Zoom in on your images to a magnification level of 100%-200% in PowerPoint to check their clarity. This allows you to preview how the images will appear when printed. If the images look sharp and clear at this zoom level, they will likely print well without losing quality. However, if the images appear blurry or pixelated, consider using higher-resolution versions to ensure they print properly.</a:t>
                      </a:r>
                      <a:endParaRPr lang="en-US" sz="2000" noProof="0" dirty="0">
                        <a:solidFill>
                          <a:srgbClr val="D9D9D9"/>
                        </a:solidFill>
                        <a:latin typeface="Arial" panose="020B0704020202020204"/>
                        <a:cs typeface="Arial" panose="020B0704020202020204"/>
                      </a:endParaRPr>
                    </a:p>
                  </a:txBody>
                  <a:tcPr marL="213360" marR="106680" marT="137160">
                    <a:solidFill>
                      <a:srgbClr val="010101"/>
                    </a:solidFill>
                  </a:tcPr>
                </a:tc>
                <a:tc hMerge="1">
                  <a:tcPr>
                    <a:solidFill>
                      <a:schemeClr val="tx1">
                        <a:lumMod val="95000"/>
                        <a:lumOff val="5000"/>
                      </a:schemeClr>
                    </a:solidFill>
                  </a:tcPr>
                </a:tc>
              </a:tr>
              <a:tr h="3080144">
                <a:tc gridSpan="2">
                  <a:txBody>
                    <a:bodyPr/>
                    <a:lstStyle/>
                    <a:p>
                      <a:pPr marL="0" marR="0" lvl="0" indent="0" algn="l" defTabSz="1518285" rtl="0" eaLnBrk="1" fontAlgn="auto" latinLnBrk="0" hangingPunct="1">
                        <a:lnSpc>
                          <a:spcPct val="100000"/>
                        </a:lnSpc>
                        <a:spcBef>
                          <a:spcPts val="0"/>
                        </a:spcBef>
                        <a:spcAft>
                          <a:spcPts val="0"/>
                        </a:spcAft>
                        <a:buClrTx/>
                        <a:buSzTx/>
                        <a:buFontTx/>
                        <a:buNone/>
                        <a:defRPr/>
                      </a:pPr>
                      <a:endParaRPr lang="en-US" sz="2000" noProof="0" dirty="0">
                        <a:solidFill>
                          <a:schemeClr val="bg1"/>
                        </a:solidFill>
                        <a:latin typeface="Arial" panose="020B0704020202020204"/>
                        <a:cs typeface="Arial" panose="020B0704020202020204"/>
                      </a:endParaRPr>
                    </a:p>
                  </a:txBody>
                  <a:tcPr marL="213360" marR="106680" marT="137160">
                    <a:blipFill rotWithShape="1">
                      <a:blip r:embed="rId5"/>
                      <a:stretch>
                        <a:fillRect/>
                      </a:stretch>
                    </a:blipFill>
                  </a:tcPr>
                </a:tc>
                <a:tc hMerge="1">
                  <a:tcPr/>
                </a:tc>
              </a:tr>
            </a:tbl>
          </a:graphicData>
        </a:graphic>
      </p:graphicFrame>
      <p:graphicFrame>
        <p:nvGraphicFramePr>
          <p:cNvPr id="9" name="Table 8"/>
          <p:cNvGraphicFramePr>
            <a:graphicFrameLocks noGrp="1"/>
          </p:cNvGraphicFramePr>
          <p:nvPr userDrawn="1"/>
        </p:nvGraphicFramePr>
        <p:xfrm>
          <a:off x="52436183" y="0"/>
          <a:ext cx="10061067" cy="32855312"/>
        </p:xfrm>
        <a:graphic>
          <a:graphicData uri="http://schemas.openxmlformats.org/drawingml/2006/table">
            <a:tbl>
              <a:tblPr firstRow="1" bandRow="1">
                <a:tableStyleId>{5C22544A-7EE6-4342-B048-85BDC9FD1C3A}</a:tableStyleId>
              </a:tblPr>
              <a:tblGrid>
                <a:gridCol w="4499713"/>
                <a:gridCol w="687240"/>
                <a:gridCol w="4874114"/>
              </a:tblGrid>
              <a:tr h="1383946">
                <a:tc gridSpan="3">
                  <a:txBody>
                    <a:bodyPr/>
                    <a:lstStyle/>
                    <a:p>
                      <a:pPr marL="0" marR="0" indent="0" algn="ctr" defTabSz="4389120" rtl="0" eaLnBrk="1" fontAlgn="auto" latinLnBrk="0" hangingPunct="1">
                        <a:lnSpc>
                          <a:spcPct val="100000"/>
                        </a:lnSpc>
                        <a:spcBef>
                          <a:spcPts val="0"/>
                        </a:spcBef>
                        <a:spcAft>
                          <a:spcPts val="0"/>
                        </a:spcAft>
                        <a:buClrTx/>
                        <a:buSzTx/>
                        <a:buFontTx/>
                        <a:buNone/>
                        <a:defRPr/>
                      </a:pPr>
                      <a:r>
                        <a:rPr lang="en-US" sz="4000" b="0" spc="600" dirty="0">
                          <a:solidFill>
                            <a:srgbClr val="1F3A4E"/>
                          </a:solidFill>
                          <a:latin typeface="Arial Black" panose="020B0A04020102020204" pitchFamily="34" charset="0"/>
                        </a:rPr>
                        <a:t>QUICK START GUIDE</a:t>
                      </a:r>
                      <a:br>
                        <a:rPr lang="en-US" sz="4000" b="0" spc="600" dirty="0">
                          <a:solidFill>
                            <a:srgbClr val="1F3A4E"/>
                          </a:solidFill>
                          <a:latin typeface="Arial Black" panose="020B0A04020102020204" pitchFamily="34" charset="0"/>
                        </a:rPr>
                      </a:br>
                      <a:r>
                        <a:rPr lang="en-US" sz="3200" b="1" spc="0" dirty="0">
                          <a:solidFill>
                            <a:srgbClr val="FF0000"/>
                          </a:solidFill>
                          <a:latin typeface="Trebuchet MS" panose="020B0603020202020204" pitchFamily="34" charset="0"/>
                        </a:rPr>
                        <a:t>(THIS SIDEBAR WILL APPEAR ON THE POSTER)</a:t>
                      </a:r>
                      <a:endParaRPr lang="en-US" sz="4000" b="1" spc="600" dirty="0">
                        <a:solidFill>
                          <a:schemeClr val="bg1"/>
                        </a:solidFill>
                        <a:latin typeface="Trebuchet MS" panose="020B0603020202020204" pitchFamily="34" charset="0"/>
                      </a:endParaRPr>
                    </a:p>
                  </a:txBody>
                  <a:tcPr marL="213360" marR="106680" marT="137160">
                    <a:solidFill>
                      <a:srgbClr val="FFC000"/>
                    </a:solidFill>
                  </a:tcPr>
                </a:tc>
                <a:tc hMerge="1">
                  <a:tcPr/>
                </a:tc>
                <a:tc hMerge="1">
                  <a:tcPr/>
                </a:tc>
              </a:tr>
              <a:tr h="6772525">
                <a:tc>
                  <a:txBody>
                    <a:bodyPr/>
                    <a:lstStyle/>
                    <a:p>
                      <a:endParaRPr lang="en-US" sz="2000" u="none" dirty="0">
                        <a:solidFill>
                          <a:srgbClr val="FFC000"/>
                        </a:solidFill>
                      </a:endParaRPr>
                    </a:p>
                  </a:txBody>
                  <a:tcPr marL="213360" marR="106680" marT="137160">
                    <a:blipFill>
                      <a:blip r:embed="rId6"/>
                      <a:stretch>
                        <a:fillRect/>
                      </a:stretch>
                    </a:blipFill>
                  </a:tcPr>
                </a:tc>
                <a:tc gridSpan="2">
                  <a:txBody>
                    <a:bodyPr/>
                    <a:lstStyle/>
                    <a:p>
                      <a:pPr marL="0" marR="0" lvl="0" indent="0" algn="l" defTabSz="4389120" rtl="0" eaLnBrk="1" fontAlgn="auto" latinLnBrk="0" hangingPunct="1">
                        <a:lnSpc>
                          <a:spcPct val="100000"/>
                        </a:lnSpc>
                        <a:spcBef>
                          <a:spcPts val="0"/>
                        </a:spcBef>
                        <a:spcAft>
                          <a:spcPts val="0"/>
                        </a:spcAft>
                        <a:buClrTx/>
                        <a:buSzTx/>
                        <a:buFontTx/>
                        <a:buNone/>
                        <a:defRPr/>
                      </a:pPr>
                      <a:r>
                        <a:rPr kumimoji="0" lang="en-US" sz="2800" b="1" i="0" u="none" strike="noStrike" kern="1200" cap="none" spc="0" normalizeH="0" baseline="0" noProof="0" dirty="0">
                          <a:ln>
                            <a:noFill/>
                          </a:ln>
                          <a:solidFill>
                            <a:srgbClr val="FFC000"/>
                          </a:solidFill>
                          <a:effectLst/>
                          <a:uLnTx/>
                          <a:uFillTx/>
                          <a:latin typeface="Arial" panose="020B0704020202020204" pitchFamily="34" charset="0"/>
                          <a:ea typeface="+mn-ea"/>
                          <a:cs typeface="Arial" panose="020B0704020202020204" pitchFamily="34" charset="0"/>
                        </a:rPr>
                        <a:t>How to change the column layout configuration</a:t>
                      </a:r>
                      <a:endParaRPr kumimoji="0" lang="en-US" sz="2800" b="1" i="0" u="none" strike="noStrike" kern="1200" cap="none" spc="0" normalizeH="0" baseline="0" noProof="0" dirty="0">
                        <a:ln>
                          <a:noFill/>
                        </a:ln>
                        <a:solidFill>
                          <a:srgbClr val="FFC000"/>
                        </a:solidFill>
                        <a:effectLst/>
                        <a:uLnTx/>
                        <a:uFillTx/>
                        <a:latin typeface="Arial" panose="020B0704020202020204" pitchFamily="34" charset="0"/>
                        <a:ea typeface="+mn-ea"/>
                        <a:cs typeface="Arial" panose="020B0704020202020204" pitchFamily="34" charset="0"/>
                      </a:endParaRPr>
                    </a:p>
                    <a:p>
                      <a:pPr marL="0" marR="0" lvl="0" indent="0" algn="l" defTabSz="4389120" rtl="0" eaLnBrk="1" fontAlgn="auto" latinLnBrk="0" hangingPunct="1">
                        <a:lnSpc>
                          <a:spcPct val="100000"/>
                        </a:lnSpc>
                        <a:spcBef>
                          <a:spcPts val="0"/>
                        </a:spcBef>
                        <a:spcAft>
                          <a:spcPts val="0"/>
                        </a:spcAft>
                        <a:buClrTx/>
                        <a:buSzTx/>
                        <a:buFontTx/>
                        <a:buNone/>
                        <a:defRPr/>
                      </a:pPr>
                      <a:r>
                        <a:rPr kumimoji="0" lang="en-US" sz="2400" b="0" i="0" u="none" strike="noStrike" kern="1200" cap="none" spc="0" normalizeH="0" baseline="0" noProof="0" dirty="0">
                          <a:ln>
                            <a:noFill/>
                          </a:ln>
                          <a:solidFill>
                            <a:srgbClr val="D9D9D9"/>
                          </a:solidFill>
                          <a:effectLst/>
                          <a:uLnTx/>
                          <a:uFillTx/>
                          <a:latin typeface="Arial" panose="020B0704020202020204" pitchFamily="34" charset="0"/>
                          <a:ea typeface="+mn-ea"/>
                          <a:cs typeface="Arial" panose="020B0704020202020204" pitchFamily="34" charset="0"/>
                        </a:rPr>
                        <a:t>Most templates offer several layout configurations, including options for four, three, two, or one column. To change the column configuration of your poster, go to the Home tab and select Layout. A drop-down menu will display all available layout options for the template.</a:t>
                      </a:r>
                      <a:endParaRPr lang="en-US" sz="2000" u="none" dirty="0">
                        <a:solidFill>
                          <a:srgbClr val="FFC000"/>
                        </a:solidFill>
                      </a:endParaRPr>
                    </a:p>
                  </a:txBody>
                  <a:tcPr marL="213360" marR="106680" marT="137160">
                    <a:solidFill>
                      <a:schemeClr val="tx1"/>
                    </a:solidFill>
                  </a:tcPr>
                </a:tc>
                <a:tc hMerge="1">
                  <a:tcPr marL="182880" marT="137160">
                    <a:solidFill>
                      <a:schemeClr val="tx1"/>
                    </a:solidFill>
                  </a:tcPr>
                </a:tc>
              </a:tr>
              <a:tr h="2445634">
                <a:tc>
                  <a:txBody>
                    <a:bodyPr/>
                    <a:lstStyle/>
                    <a:p>
                      <a:pPr marL="0" marR="0" lvl="0" indent="0" algn="l" defTabSz="1518285" rtl="0" eaLnBrk="1" fontAlgn="auto" latinLnBrk="0" hangingPunct="1">
                        <a:lnSpc>
                          <a:spcPct val="100000"/>
                        </a:lnSpc>
                        <a:spcBef>
                          <a:spcPts val="0"/>
                        </a:spcBef>
                        <a:spcAft>
                          <a:spcPts val="0"/>
                        </a:spcAft>
                        <a:buClrTx/>
                        <a:buSzTx/>
                        <a:buFontTx/>
                        <a:buNone/>
                        <a:defRPr/>
                      </a:pPr>
                      <a:endParaRPr lang="en-US" sz="2400" noProof="0" dirty="0">
                        <a:solidFill>
                          <a:srgbClr val="D9D9D9"/>
                        </a:solidFill>
                        <a:latin typeface="Arial" panose="020B0704020202020204" pitchFamily="34" charset="0"/>
                        <a:cs typeface="Arial" panose="020B0704020202020204" pitchFamily="34" charset="0"/>
                      </a:endParaRPr>
                    </a:p>
                    <a:p>
                      <a:pPr marL="0" marR="0" lvl="0" indent="0" algn="l" defTabSz="1518285" rtl="0" eaLnBrk="1" fontAlgn="auto" latinLnBrk="0" hangingPunct="1">
                        <a:lnSpc>
                          <a:spcPct val="100000"/>
                        </a:lnSpc>
                        <a:spcBef>
                          <a:spcPts val="0"/>
                        </a:spcBef>
                        <a:spcAft>
                          <a:spcPts val="0"/>
                        </a:spcAft>
                        <a:buClrTx/>
                        <a:buSzTx/>
                        <a:buFontTx/>
                        <a:buNone/>
                        <a:defRPr/>
                      </a:pPr>
                      <a:endParaRPr lang="en-US" sz="2400" noProof="0" dirty="0">
                        <a:solidFill>
                          <a:srgbClr val="D9D9D9"/>
                        </a:solidFill>
                        <a:latin typeface="Arial" panose="020B0704020202020204" pitchFamily="34" charset="0"/>
                        <a:cs typeface="Arial" panose="020B0704020202020204" pitchFamily="34" charset="0"/>
                      </a:endParaRPr>
                    </a:p>
                    <a:p>
                      <a:pPr marL="0" marR="0" lvl="0" indent="0" algn="l" defTabSz="1518285" rtl="0" eaLnBrk="1" fontAlgn="auto" latinLnBrk="0" hangingPunct="1">
                        <a:lnSpc>
                          <a:spcPct val="100000"/>
                        </a:lnSpc>
                        <a:spcBef>
                          <a:spcPts val="0"/>
                        </a:spcBef>
                        <a:spcAft>
                          <a:spcPts val="0"/>
                        </a:spcAft>
                        <a:buClrTx/>
                        <a:buSzTx/>
                        <a:buFontTx/>
                        <a:buNone/>
                        <a:defRPr/>
                      </a:pPr>
                      <a:endParaRPr lang="en-US" sz="2400" noProof="0" dirty="0">
                        <a:solidFill>
                          <a:srgbClr val="D9D9D9"/>
                        </a:solidFill>
                        <a:latin typeface="Arial" panose="020B0704020202020204" pitchFamily="34" charset="0"/>
                        <a:cs typeface="Arial" panose="020B0704020202020204" pitchFamily="34" charset="0"/>
                      </a:endParaRPr>
                    </a:p>
                    <a:p>
                      <a:pPr marL="0" marR="0" lvl="0" indent="0" algn="l" defTabSz="1518285" rtl="0" eaLnBrk="1" fontAlgn="auto" latinLnBrk="0" hangingPunct="1">
                        <a:lnSpc>
                          <a:spcPct val="100000"/>
                        </a:lnSpc>
                        <a:spcBef>
                          <a:spcPts val="0"/>
                        </a:spcBef>
                        <a:spcAft>
                          <a:spcPts val="0"/>
                        </a:spcAft>
                        <a:buClrTx/>
                        <a:buSzTx/>
                        <a:buFontTx/>
                        <a:buNone/>
                        <a:defRPr/>
                      </a:pPr>
                      <a:endParaRPr lang="en-US" sz="2400" noProof="0" dirty="0">
                        <a:solidFill>
                          <a:srgbClr val="D9D9D9"/>
                        </a:solidFill>
                        <a:latin typeface="Arial" panose="020B0704020202020204" pitchFamily="34" charset="0"/>
                        <a:cs typeface="Arial" panose="020B0704020202020204" pitchFamily="34" charset="0"/>
                      </a:endParaRPr>
                    </a:p>
                    <a:p>
                      <a:pPr marL="0" marR="0" lvl="0" indent="0" algn="l" defTabSz="1518285" rtl="0" eaLnBrk="1" fontAlgn="auto" latinLnBrk="0" hangingPunct="1">
                        <a:lnSpc>
                          <a:spcPct val="100000"/>
                        </a:lnSpc>
                        <a:spcBef>
                          <a:spcPts val="0"/>
                        </a:spcBef>
                        <a:spcAft>
                          <a:spcPts val="0"/>
                        </a:spcAft>
                        <a:buClrTx/>
                        <a:buSzTx/>
                        <a:buFontTx/>
                        <a:buNone/>
                        <a:defRPr/>
                      </a:pPr>
                      <a:r>
                        <a:rPr lang="en-US" sz="2400" noProof="0" dirty="0">
                          <a:solidFill>
                            <a:srgbClr val="D9D9D9"/>
                          </a:solidFill>
                          <a:latin typeface="Arial" panose="020B0704020202020204" pitchFamily="34" charset="0"/>
                          <a:cs typeface="Arial" panose="020B0704020202020204" pitchFamily="34" charset="0"/>
                        </a:rPr>
                        <a:t>1. Click on the View tab, and then click Slide Master</a:t>
                      </a:r>
                      <a:endParaRPr lang="en-US" sz="2400" noProof="0" dirty="0">
                        <a:solidFill>
                          <a:srgbClr val="D9D9D9"/>
                        </a:solidFill>
                        <a:latin typeface="Arial" panose="020B0704020202020204" pitchFamily="34" charset="0"/>
                        <a:cs typeface="Arial" panose="020B0704020202020204" pitchFamily="34" charset="0"/>
                      </a:endParaRPr>
                    </a:p>
                  </a:txBody>
                  <a:tcPr marL="213360" marR="106680" marT="137160">
                    <a:blipFill>
                      <a:blip r:embed="rId7"/>
                      <a:stretch>
                        <a:fillRect/>
                      </a:stretch>
                    </a:blipFill>
                  </a:tcPr>
                </a:tc>
                <a:tc rowSpan="3" gridSpan="2">
                  <a:txBody>
                    <a:bodyPr/>
                    <a:lstStyle/>
                    <a:p>
                      <a:pPr marL="0" marR="0" lvl="0" indent="0" algn="l" defTabSz="1518285" rtl="0" eaLnBrk="1" fontAlgn="auto" latinLnBrk="0" hangingPunct="1">
                        <a:lnSpc>
                          <a:spcPct val="100000"/>
                        </a:lnSpc>
                        <a:spcBef>
                          <a:spcPts val="0"/>
                        </a:spcBef>
                        <a:spcAft>
                          <a:spcPts val="0"/>
                        </a:spcAft>
                        <a:buClrTx/>
                        <a:buSzTx/>
                        <a:buFontTx/>
                        <a:buNone/>
                        <a:defRPr/>
                      </a:pPr>
                      <a:r>
                        <a:rPr lang="en-US" sz="2800" b="1" noProof="0" dirty="0">
                          <a:solidFill>
                            <a:srgbClr val="FFC000"/>
                          </a:solidFill>
                          <a:latin typeface="Arial" panose="020B0704020202020204" pitchFamily="34" charset="0"/>
                          <a:cs typeface="Arial" panose="020B0704020202020204" pitchFamily="34" charset="0"/>
                        </a:rPr>
                        <a:t>How to delete the QUICK START GUIDE bars from the sides of this template</a:t>
                      </a:r>
                      <a:endParaRPr lang="en-US" sz="2800" b="1" noProof="0" dirty="0">
                        <a:solidFill>
                          <a:srgbClr val="FFC000"/>
                        </a:solidFill>
                        <a:latin typeface="Arial" panose="020B0704020202020204" pitchFamily="34" charset="0"/>
                        <a:cs typeface="Arial" panose="020B07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2400" noProof="0" dirty="0">
                          <a:solidFill>
                            <a:srgbClr val="D9D9D9"/>
                          </a:solidFill>
                          <a:latin typeface="Arial" panose="020B0704020202020204" pitchFamily="34" charset="0"/>
                          <a:cs typeface="Arial" panose="020B0704020202020204" pitchFamily="34" charset="0"/>
                        </a:rPr>
                        <a:t>The Quick Start Guides are positioned outside the template's printable area, so they will not appear on the printed poster.</a:t>
                      </a:r>
                      <a:endParaRPr lang="en-US" sz="2400" noProof="0" dirty="0">
                        <a:solidFill>
                          <a:srgbClr val="D9D9D9"/>
                        </a:solidFill>
                        <a:latin typeface="Arial" panose="020B0704020202020204" pitchFamily="34" charset="0"/>
                        <a:cs typeface="Arial" panose="020B07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defRPr/>
                      </a:pPr>
                      <a:endParaRPr lang="en-US" sz="2400" noProof="0" dirty="0">
                        <a:solidFill>
                          <a:srgbClr val="D9D9D9"/>
                        </a:solidFill>
                        <a:latin typeface="Arial" panose="020B0704020202020204" pitchFamily="34" charset="0"/>
                        <a:cs typeface="Arial" panose="020B07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2400" noProof="0" dirty="0">
                          <a:solidFill>
                            <a:srgbClr val="D9D9D9"/>
                          </a:solidFill>
                          <a:latin typeface="Arial" panose="020B0704020202020204" pitchFamily="34" charset="0"/>
                          <a:cs typeface="Arial" panose="020B0704020202020204" pitchFamily="34" charset="0"/>
                        </a:rPr>
                        <a:t>If you save the file as a PDF using the Save As menu, the guides will also be excluded.</a:t>
                      </a:r>
                      <a:endParaRPr lang="en-US" sz="2400" noProof="0" dirty="0">
                        <a:solidFill>
                          <a:srgbClr val="D9D9D9"/>
                        </a:solidFill>
                        <a:latin typeface="Arial" panose="020B0704020202020204" pitchFamily="34" charset="0"/>
                        <a:cs typeface="Arial" panose="020B07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defRPr/>
                      </a:pPr>
                      <a:endParaRPr lang="en-US" sz="2400" noProof="0" dirty="0">
                        <a:solidFill>
                          <a:srgbClr val="D9D9D9"/>
                        </a:solidFill>
                        <a:latin typeface="Arial" panose="020B0704020202020204" pitchFamily="34" charset="0"/>
                        <a:cs typeface="Arial" panose="020B07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2400" noProof="0" dirty="0">
                          <a:solidFill>
                            <a:srgbClr val="D9D9D9"/>
                          </a:solidFill>
                          <a:latin typeface="Arial" panose="020B0704020202020204" pitchFamily="34" charset="0"/>
                          <a:cs typeface="Arial" panose="020B0704020202020204" pitchFamily="34" charset="0"/>
                        </a:rPr>
                        <a:t>Alternatively, you can remove them directly from the Slide Master.</a:t>
                      </a:r>
                      <a:endParaRPr lang="en-US" sz="2400" noProof="0" dirty="0">
                        <a:solidFill>
                          <a:srgbClr val="D9D9D9"/>
                        </a:solidFill>
                        <a:latin typeface="Arial" panose="020B0704020202020204" pitchFamily="34" charset="0"/>
                        <a:cs typeface="Arial" panose="020B0704020202020204" pitchFamily="34" charset="0"/>
                      </a:endParaRPr>
                    </a:p>
                  </a:txBody>
                  <a:tcPr marL="213360" marR="106680" marT="137160">
                    <a:solidFill>
                      <a:srgbClr val="010101"/>
                    </a:solidFill>
                  </a:tcPr>
                </a:tc>
                <a:tc rowSpan="3" hMerge="1">
                  <a:tcPr marL="182880" marT="137160">
                    <a:solidFill>
                      <a:srgbClr val="010101"/>
                    </a:solidFill>
                  </a:tcPr>
                </a:tc>
              </a:tr>
              <a:tr h="1631081">
                <a:tc>
                  <a:txBody>
                    <a:bodyPr/>
                    <a:lstStyle/>
                    <a:p>
                      <a:pPr marL="0" marR="0" lvl="0" indent="0" algn="l" defTabSz="1518285" rtl="0" eaLnBrk="1" fontAlgn="auto" latinLnBrk="0" hangingPunct="1">
                        <a:lnSpc>
                          <a:spcPct val="100000"/>
                        </a:lnSpc>
                        <a:spcBef>
                          <a:spcPts val="0"/>
                        </a:spcBef>
                        <a:spcAft>
                          <a:spcPts val="0"/>
                        </a:spcAft>
                        <a:buClrTx/>
                        <a:buSzTx/>
                        <a:buFontTx/>
                        <a:buNone/>
                        <a:defRPr/>
                      </a:pPr>
                      <a:endParaRPr lang="en-US" sz="2400" noProof="0" dirty="0">
                        <a:solidFill>
                          <a:srgbClr val="D9D9D9"/>
                        </a:solidFill>
                        <a:latin typeface="Arial" panose="020B0704020202020204" pitchFamily="34" charset="0"/>
                        <a:cs typeface="Arial" panose="020B0704020202020204" pitchFamily="34" charset="0"/>
                      </a:endParaRPr>
                    </a:p>
                  </a:txBody>
                  <a:tcPr marL="213360" marR="106680" marT="137160">
                    <a:blipFill>
                      <a:blip r:embed="rId8"/>
                      <a:stretch>
                        <a:fillRect/>
                      </a:stretch>
                    </a:blipFill>
                  </a:tcPr>
                </a:tc>
                <a:tc vMerge="1" gridSpan="2">
                  <a:tcPr marL="182880" marT="137160">
                    <a:blipFill>
                      <a:blip r:embed="rId8"/>
                      <a:stretch>
                        <a:fillRect/>
                      </a:stretch>
                    </a:blipFill>
                  </a:tcPr>
                </a:tc>
                <a:tc vMerge="1" hMerge="1">
                  <a:tcPr/>
                </a:tc>
              </a:tr>
              <a:tr h="2727688">
                <a:tc>
                  <a:txBody>
                    <a:bodyPr/>
                    <a:lstStyle/>
                    <a:p>
                      <a:pPr marL="0" marR="0" lvl="0" indent="0" algn="l" defTabSz="1518285" rtl="0" eaLnBrk="1" fontAlgn="auto" latinLnBrk="0" hangingPunct="1">
                        <a:lnSpc>
                          <a:spcPct val="100000"/>
                        </a:lnSpc>
                        <a:spcBef>
                          <a:spcPts val="0"/>
                        </a:spcBef>
                        <a:spcAft>
                          <a:spcPts val="0"/>
                        </a:spcAft>
                        <a:buClrTx/>
                        <a:buSzTx/>
                        <a:buFontTx/>
                        <a:buNone/>
                        <a:defRPr/>
                      </a:pPr>
                      <a:r>
                        <a:rPr lang="en-US" sz="2400" noProof="0" dirty="0">
                          <a:solidFill>
                            <a:srgbClr val="D9D9D9"/>
                          </a:solidFill>
                          <a:latin typeface="Arial" panose="020B0704020202020204" pitchFamily="34" charset="0"/>
                          <a:cs typeface="Arial" panose="020B0704020202020204" pitchFamily="34" charset="0"/>
                        </a:rPr>
                        <a:t>2. Select the Master you are working on.</a:t>
                      </a:r>
                      <a:endParaRPr lang="en-US" sz="2400" noProof="0" dirty="0">
                        <a:solidFill>
                          <a:srgbClr val="D9D9D9"/>
                        </a:solidFill>
                        <a:latin typeface="Arial" panose="020B0704020202020204" pitchFamily="34" charset="0"/>
                        <a:cs typeface="Arial" panose="020B0704020202020204" pitchFamily="34" charset="0"/>
                      </a:endParaRPr>
                    </a:p>
                    <a:p>
                      <a:pPr marL="0" marR="0" lvl="0" indent="0" algn="l" defTabSz="1518285" rtl="0" eaLnBrk="1" fontAlgn="auto" latinLnBrk="0" hangingPunct="1">
                        <a:lnSpc>
                          <a:spcPct val="100000"/>
                        </a:lnSpc>
                        <a:spcBef>
                          <a:spcPts val="0"/>
                        </a:spcBef>
                        <a:spcAft>
                          <a:spcPts val="0"/>
                        </a:spcAft>
                        <a:buClrTx/>
                        <a:buSzTx/>
                        <a:buFontTx/>
                        <a:buNone/>
                        <a:defRPr/>
                      </a:pPr>
                      <a:r>
                        <a:rPr lang="en-US" sz="2400" noProof="0" dirty="0">
                          <a:solidFill>
                            <a:srgbClr val="D9D9D9"/>
                          </a:solidFill>
                          <a:latin typeface="Arial" panose="020B0704020202020204" pitchFamily="34" charset="0"/>
                          <a:cs typeface="Arial" panose="020B0704020202020204" pitchFamily="34" charset="0"/>
                        </a:rPr>
                        <a:t>3. Click on the border of the Guide box and delete.</a:t>
                      </a:r>
                      <a:br>
                        <a:rPr lang="en-US" sz="2400" noProof="0" dirty="0">
                          <a:solidFill>
                            <a:srgbClr val="D9D9D9"/>
                          </a:solidFill>
                          <a:latin typeface="Arial" panose="020B0704020202020204" pitchFamily="34" charset="0"/>
                          <a:cs typeface="Arial" panose="020B0704020202020204" pitchFamily="34" charset="0"/>
                        </a:rPr>
                      </a:br>
                      <a:r>
                        <a:rPr lang="en-US" sz="2400" noProof="0" dirty="0">
                          <a:solidFill>
                            <a:srgbClr val="D9D9D9"/>
                          </a:solidFill>
                          <a:latin typeface="Arial" panose="020B0704020202020204" pitchFamily="34" charset="0"/>
                          <a:cs typeface="Arial" panose="020B0704020202020204" pitchFamily="34" charset="0"/>
                        </a:rPr>
                        <a:t>4. IMPORTANT: Do not forget to exit the Master when finished.</a:t>
                      </a:r>
                      <a:endParaRPr lang="en-US" sz="2400" noProof="0" dirty="0">
                        <a:solidFill>
                          <a:srgbClr val="D9D9D9"/>
                        </a:solidFill>
                        <a:latin typeface="Arial" panose="020B0704020202020204" pitchFamily="34" charset="0"/>
                        <a:cs typeface="Arial" panose="020B0704020202020204" pitchFamily="34" charset="0"/>
                      </a:endParaRPr>
                    </a:p>
                  </a:txBody>
                  <a:tcPr marL="213360" marR="106680" marT="137160">
                    <a:solidFill>
                      <a:srgbClr val="010101"/>
                    </a:solidFill>
                  </a:tcPr>
                </a:tc>
                <a:tc vMerge="1" gridSpan="2">
                  <a:tcPr marL="182880" marT="137160">
                    <a:solidFill>
                      <a:srgbClr val="010101"/>
                    </a:solidFill>
                  </a:tcPr>
                </a:tc>
                <a:tc vMerge="1" hMerge="1">
                  <a:tcPr marL="182880" marT="137160">
                    <a:solidFill>
                      <a:srgbClr val="010101"/>
                    </a:solidFill>
                  </a:tcPr>
                </a:tc>
              </a:tr>
              <a:tr h="4667376">
                <a:tc>
                  <a:txBody>
                    <a:bodyPr/>
                    <a:lstStyle/>
                    <a:p>
                      <a:r>
                        <a:rPr lang="en-US" sz="2800" b="1" dirty="0">
                          <a:solidFill>
                            <a:srgbClr val="FFC000"/>
                          </a:solidFill>
                          <a:latin typeface="Arial" panose="020B0704020202020204" pitchFamily="34" charset="0"/>
                          <a:cs typeface="Arial" panose="020B0704020202020204" pitchFamily="34" charset="0"/>
                        </a:rPr>
                        <a:t>How to</a:t>
                      </a:r>
                      <a:r>
                        <a:rPr lang="en-US" sz="2800" b="1" baseline="0" dirty="0">
                          <a:solidFill>
                            <a:srgbClr val="FFC000"/>
                          </a:solidFill>
                          <a:latin typeface="Arial" panose="020B0704020202020204" pitchFamily="34" charset="0"/>
                          <a:cs typeface="Arial" panose="020B0704020202020204" pitchFamily="34" charset="0"/>
                        </a:rPr>
                        <a:t> preview your poster prior to printing</a:t>
                      </a:r>
                      <a:endParaRPr lang="en-US" sz="2800" b="1" dirty="0">
                        <a:solidFill>
                          <a:srgbClr val="FFC000"/>
                        </a:solidFill>
                        <a:latin typeface="Arial" panose="020B0704020202020204" pitchFamily="34" charset="0"/>
                        <a:cs typeface="Arial" panose="020B0704020202020204" pitchFamily="34" charset="0"/>
                      </a:endParaRPr>
                    </a:p>
                    <a:p>
                      <a:r>
                        <a:rPr lang="en-US" sz="2400" dirty="0">
                          <a:solidFill>
                            <a:srgbClr val="D9D9D9"/>
                          </a:solidFill>
                          <a:latin typeface="Arial" panose="020B0704020202020204" pitchFamily="34" charset="0"/>
                          <a:cs typeface="Arial" panose="020B0704020202020204" pitchFamily="34" charset="0"/>
                        </a:rPr>
                        <a:t>You can preview your poster at any time by pressing the </a:t>
                      </a:r>
                      <a:r>
                        <a:rPr lang="en-US" sz="2400" b="1" dirty="0">
                          <a:solidFill>
                            <a:srgbClr val="FFC000"/>
                          </a:solidFill>
                          <a:latin typeface="Arial" panose="020B0704020202020204" pitchFamily="34" charset="0"/>
                          <a:cs typeface="Arial" panose="020B0704020202020204" pitchFamily="34" charset="0"/>
                        </a:rPr>
                        <a:t>F5 key </a:t>
                      </a:r>
                      <a:r>
                        <a:rPr lang="en-US" sz="2400" dirty="0">
                          <a:solidFill>
                            <a:srgbClr val="D9D9D9"/>
                          </a:solidFill>
                          <a:latin typeface="Arial" panose="020B0704020202020204" pitchFamily="34" charset="0"/>
                          <a:cs typeface="Arial" panose="020B0704020202020204" pitchFamily="34" charset="0"/>
                        </a:rPr>
                        <a:t>on your keyboard (Windows) or by clicking on the SLIDESHOW tab. This will display your poster on the screen, showing how it will appear when printed. To exit the preview, press the </a:t>
                      </a:r>
                      <a:r>
                        <a:rPr lang="en-US" sz="2400" b="1" dirty="0">
                          <a:solidFill>
                            <a:srgbClr val="FFC000"/>
                          </a:solidFill>
                          <a:latin typeface="Arial" panose="020B0704020202020204" pitchFamily="34" charset="0"/>
                          <a:cs typeface="Arial" panose="020B0704020202020204" pitchFamily="34" charset="0"/>
                        </a:rPr>
                        <a:t>ESC</a:t>
                      </a:r>
                      <a:r>
                        <a:rPr lang="en-US" sz="2400" dirty="0">
                          <a:solidFill>
                            <a:srgbClr val="D9D9D9"/>
                          </a:solidFill>
                          <a:latin typeface="Arial" panose="020B0704020202020204" pitchFamily="34" charset="0"/>
                          <a:cs typeface="Arial" panose="020B0704020202020204" pitchFamily="34" charset="0"/>
                        </a:rPr>
                        <a:t> key.</a:t>
                      </a:r>
                      <a:endParaRPr lang="en-US" sz="2400" dirty="0">
                        <a:solidFill>
                          <a:srgbClr val="D9D9D9"/>
                        </a:solidFill>
                        <a:latin typeface="Arial" panose="020B0704020202020204" pitchFamily="34" charset="0"/>
                        <a:cs typeface="Arial" panose="020B0704020202020204" pitchFamily="34" charset="0"/>
                      </a:endParaRPr>
                    </a:p>
                  </a:txBody>
                  <a:tcPr marL="213360" marR="106680" marT="137160">
                    <a:solidFill>
                      <a:srgbClr val="010101"/>
                    </a:solidFill>
                  </a:tcPr>
                </a:tc>
                <a:tc gridSpan="2">
                  <a:txBody>
                    <a:bodyPr/>
                    <a:lstStyle/>
                    <a:p>
                      <a:pPr algn="ctr"/>
                      <a:r>
                        <a:rPr lang="en-US" sz="11500" b="1" dirty="0">
                          <a:solidFill>
                            <a:srgbClr val="D9D9D9"/>
                          </a:solidFill>
                          <a:latin typeface="Arial" panose="020B0704020202020204" pitchFamily="34" charset="0"/>
                          <a:cs typeface="Arial" panose="020B0704020202020204" pitchFamily="34" charset="0"/>
                        </a:rPr>
                        <a:t>F5</a:t>
                      </a:r>
                      <a:br>
                        <a:rPr lang="en-US" sz="11500" b="1" dirty="0">
                          <a:solidFill>
                            <a:srgbClr val="D9D9D9"/>
                          </a:solidFill>
                          <a:latin typeface="Arial" panose="020B0704020202020204" pitchFamily="34" charset="0"/>
                          <a:cs typeface="Arial" panose="020B0704020202020204" pitchFamily="34" charset="0"/>
                        </a:rPr>
                      </a:br>
                      <a:r>
                        <a:rPr lang="en-US" sz="2800" b="1" dirty="0">
                          <a:solidFill>
                            <a:srgbClr val="D9D9D9"/>
                          </a:solidFill>
                          <a:latin typeface="Arial" panose="020B0704020202020204" pitchFamily="34" charset="0"/>
                          <a:cs typeface="Arial" panose="020B0704020202020204" pitchFamily="34" charset="0"/>
                        </a:rPr>
                        <a:t>(Windows)</a:t>
                      </a:r>
                      <a:br>
                        <a:rPr lang="en-US" sz="2800" b="1" dirty="0">
                          <a:solidFill>
                            <a:srgbClr val="D9D9D9"/>
                          </a:solidFill>
                          <a:latin typeface="Arial" panose="020B0704020202020204" pitchFamily="34" charset="0"/>
                          <a:cs typeface="Arial" panose="020B0704020202020204" pitchFamily="34" charset="0"/>
                        </a:rPr>
                      </a:br>
                      <a:r>
                        <a:rPr lang="en-US" sz="2800" b="1" dirty="0">
                          <a:solidFill>
                            <a:srgbClr val="D9D9D9"/>
                          </a:solidFill>
                          <a:latin typeface="Arial" panose="020B0704020202020204" pitchFamily="34" charset="0"/>
                          <a:cs typeface="Arial" panose="020B0704020202020204" pitchFamily="34" charset="0"/>
                        </a:rPr>
                        <a:t>Or click on the SLIDESHOW tab (Mac and Windows)</a:t>
                      </a:r>
                      <a:endParaRPr lang="en-US" sz="2400" dirty="0">
                        <a:solidFill>
                          <a:srgbClr val="D9D9D9"/>
                        </a:solidFill>
                        <a:latin typeface="Arial" panose="020B0704020202020204" pitchFamily="34" charset="0"/>
                        <a:cs typeface="Arial" panose="020B0704020202020204" pitchFamily="34" charset="0"/>
                      </a:endParaRPr>
                    </a:p>
                  </a:txBody>
                  <a:tcPr marL="213360" marR="106680" marT="137160" anchor="ctr">
                    <a:solidFill>
                      <a:schemeClr val="tx1">
                        <a:lumMod val="95000"/>
                        <a:lumOff val="5000"/>
                      </a:schemeClr>
                    </a:solidFill>
                  </a:tcPr>
                </a:tc>
                <a:tc hMerge="1">
                  <a:tcPr marL="182880" marT="137160" anchor="ctr">
                    <a:solidFill>
                      <a:schemeClr val="tx1">
                        <a:lumMod val="95000"/>
                        <a:lumOff val="5000"/>
                      </a:schemeClr>
                    </a:solidFill>
                  </a:tcPr>
                </a:tc>
              </a:tr>
              <a:tr h="4765850">
                <a:tc gridSpan="3">
                  <a:txBody>
                    <a:bodyPr/>
                    <a:lstStyle/>
                    <a:p>
                      <a:pPr marL="0" marR="0" lvl="0" indent="0" algn="l" defTabSz="1518285" rtl="0" eaLnBrk="1" fontAlgn="auto" latinLnBrk="0" hangingPunct="1">
                        <a:lnSpc>
                          <a:spcPct val="100000"/>
                        </a:lnSpc>
                        <a:spcBef>
                          <a:spcPts val="0"/>
                        </a:spcBef>
                        <a:spcAft>
                          <a:spcPts val="0"/>
                        </a:spcAft>
                        <a:buClrTx/>
                        <a:buSzTx/>
                        <a:buFontTx/>
                        <a:buNone/>
                        <a:defRPr/>
                      </a:pPr>
                      <a:r>
                        <a:rPr lang="en-US" sz="2800" b="1" noProof="0" dirty="0">
                          <a:solidFill>
                            <a:srgbClr val="FFC000"/>
                          </a:solidFill>
                          <a:latin typeface="Arial" panose="020B0704020202020204"/>
                          <a:cs typeface="Arial" panose="020B0704020202020204"/>
                        </a:rPr>
                        <a:t>Printing your poster</a:t>
                      </a:r>
                      <a:endParaRPr lang="en-US" sz="2800" b="1" noProof="0" dirty="0">
                        <a:solidFill>
                          <a:srgbClr val="FFC000"/>
                        </a:solidFill>
                        <a:latin typeface="Arial" panose="020B0704020202020204"/>
                        <a:cs typeface="Arial" panose="020B0704020202020204"/>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2400" noProof="0" dirty="0">
                          <a:solidFill>
                            <a:srgbClr val="D9D9D9"/>
                          </a:solidFill>
                          <a:latin typeface="Arial" panose="020B0704020202020204"/>
                          <a:cs typeface="Arial" panose="020B0704020202020204"/>
                        </a:rPr>
                        <a:t>To print your poster, visit </a:t>
                      </a:r>
                      <a:r>
                        <a:rPr lang="en-US" sz="2400" noProof="0" dirty="0" err="1">
                          <a:solidFill>
                            <a:srgbClr val="FFC000"/>
                          </a:solidFill>
                          <a:latin typeface="Arial" panose="020B0704020202020204"/>
                          <a:cs typeface="Arial" panose="020B0704020202020204"/>
                        </a:rPr>
                        <a:t>PosterPresentations.com</a:t>
                      </a:r>
                      <a:r>
                        <a:rPr lang="en-US" sz="2400" noProof="0" dirty="0">
                          <a:solidFill>
                            <a:srgbClr val="FFC000"/>
                          </a:solidFill>
                          <a:latin typeface="Arial" panose="020B0704020202020204"/>
                          <a:cs typeface="Arial" panose="020B0704020202020204"/>
                        </a:rPr>
                        <a:t> </a:t>
                      </a:r>
                      <a:r>
                        <a:rPr lang="en-US" sz="2400" noProof="0" dirty="0">
                          <a:solidFill>
                            <a:srgbClr val="D9D9D9"/>
                          </a:solidFill>
                          <a:latin typeface="Arial" panose="020B0704020202020204"/>
                          <a:cs typeface="Arial" panose="020B0704020202020204"/>
                        </a:rPr>
                        <a:t>and click the "</a:t>
                      </a:r>
                      <a:r>
                        <a:rPr lang="en-US" sz="2400" noProof="0" dirty="0">
                          <a:solidFill>
                            <a:srgbClr val="FFC000"/>
                          </a:solidFill>
                          <a:latin typeface="Arial" panose="020B0704020202020204"/>
                          <a:cs typeface="Arial" panose="020B0704020202020204"/>
                        </a:rPr>
                        <a:t>PRINT</a:t>
                      </a:r>
                      <a:r>
                        <a:rPr lang="en-US" sz="2400" noProof="0" dirty="0">
                          <a:solidFill>
                            <a:srgbClr val="D9D9D9"/>
                          </a:solidFill>
                          <a:latin typeface="Arial" panose="020B0704020202020204"/>
                          <a:cs typeface="Arial" panose="020B0704020202020204"/>
                        </a:rPr>
                        <a:t>" button, or choose from the available poster types. Options include professional paper, fabric for convenient travel, trifold, and other printing materials.</a:t>
                      </a:r>
                      <a:endParaRPr lang="en-US" sz="2400" noProof="0" dirty="0">
                        <a:solidFill>
                          <a:srgbClr val="D9D9D9"/>
                        </a:solidFill>
                        <a:latin typeface="Arial" panose="020B0704020202020204"/>
                        <a:cs typeface="Arial" panose="020B0704020202020204"/>
                      </a:endParaRPr>
                    </a:p>
                    <a:p>
                      <a:pPr marL="0" marR="0" lvl="0" indent="0" algn="l" defTabSz="114300" rtl="0" eaLnBrk="1" fontAlgn="auto" latinLnBrk="0" hangingPunct="1">
                        <a:lnSpc>
                          <a:spcPct val="100000"/>
                        </a:lnSpc>
                        <a:spcBef>
                          <a:spcPts val="0"/>
                        </a:spcBef>
                        <a:spcAft>
                          <a:spcPts val="0"/>
                        </a:spcAft>
                        <a:buClrTx/>
                        <a:buSzTx/>
                        <a:buFontTx/>
                        <a:buNone/>
                        <a:defRPr/>
                      </a:pPr>
                      <a:endParaRPr lang="en-US" sz="2400" noProof="0" dirty="0">
                        <a:solidFill>
                          <a:srgbClr val="D9D9D9"/>
                        </a:solidFill>
                        <a:latin typeface="Arial" panose="020B0704020202020204"/>
                        <a:cs typeface="Arial" panose="020B0704020202020204"/>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2400" noProof="0" dirty="0">
                          <a:solidFill>
                            <a:srgbClr val="D9D9D9"/>
                          </a:solidFill>
                          <a:latin typeface="Arial" panose="020B0704020202020204"/>
                          <a:cs typeface="Arial" panose="020B0704020202020204"/>
                        </a:rPr>
                        <a:t>Orders placed and paid for by noon (Pacific Time) from Monday to Friday are typically processed the same day. Shipping options include Next Business Day, Second Business Day, Third Business Day, or Free Ground Delivery.</a:t>
                      </a:r>
                      <a:br>
                        <a:rPr lang="en-US" sz="2400" noProof="0" dirty="0">
                          <a:solidFill>
                            <a:srgbClr val="D9D9D9"/>
                          </a:solidFill>
                          <a:latin typeface="Arial" panose="020B0704020202020204"/>
                          <a:cs typeface="Arial" panose="020B0704020202020204"/>
                        </a:rPr>
                      </a:br>
                      <a:br>
                        <a:rPr lang="en-US" sz="2400" noProof="0" dirty="0">
                          <a:solidFill>
                            <a:srgbClr val="D9D9D9"/>
                          </a:solidFill>
                          <a:latin typeface="Arial" panose="020B0704020202020204"/>
                          <a:cs typeface="Arial" panose="020B0704020202020204"/>
                        </a:rPr>
                      </a:br>
                      <a:r>
                        <a:rPr lang="en-US" sz="2400" noProof="0" dirty="0">
                          <a:solidFill>
                            <a:srgbClr val="D9D9D9"/>
                          </a:solidFill>
                          <a:latin typeface="Arial" panose="020B0704020202020204"/>
                          <a:cs typeface="Arial" panose="020B0704020202020204"/>
                        </a:rPr>
                        <a:t>Go to </a:t>
                      </a:r>
                      <a:r>
                        <a:rPr lang="en-US" sz="2400" noProof="0" dirty="0" err="1">
                          <a:solidFill>
                            <a:srgbClr val="FFC000"/>
                          </a:solidFill>
                          <a:latin typeface="Arial" panose="020B0704020202020204"/>
                          <a:cs typeface="Arial" panose="020B0704020202020204"/>
                        </a:rPr>
                        <a:t>PosterPresentations.com</a:t>
                      </a:r>
                      <a:r>
                        <a:rPr lang="en-US" sz="2400" noProof="0" dirty="0">
                          <a:solidFill>
                            <a:srgbClr val="D9D9D9"/>
                          </a:solidFill>
                          <a:latin typeface="Arial" panose="020B0704020202020204"/>
                          <a:cs typeface="Arial" panose="020B0704020202020204"/>
                        </a:rPr>
                        <a:t> for more information.</a:t>
                      </a:r>
                      <a:endParaRPr lang="en-US" sz="2400" noProof="0" dirty="0">
                        <a:solidFill>
                          <a:srgbClr val="D9D9D9"/>
                        </a:solidFill>
                        <a:latin typeface="Arial" panose="020B0704020202020204"/>
                        <a:cs typeface="Arial" panose="020B0704020202020204"/>
                      </a:endParaRPr>
                    </a:p>
                  </a:txBody>
                  <a:tcPr marL="213360" marR="106680" marT="137160">
                    <a:solidFill>
                      <a:srgbClr val="010101"/>
                    </a:solidFill>
                  </a:tcPr>
                </a:tc>
                <a:tc hMerge="1">
                  <a:tcPr/>
                </a:tc>
                <a:tc hMerge="1">
                  <a:tcPr/>
                </a:tc>
              </a:tr>
              <a:tr h="4243070">
                <a:tc gridSpan="3">
                  <a:txBody>
                    <a:bodyPr/>
                    <a:lstStyle/>
                    <a:p>
                      <a:pPr marL="0" marR="0" lvl="0" indent="0" algn="l" defTabSz="1518285" rtl="0" eaLnBrk="1" fontAlgn="auto" latinLnBrk="0" hangingPunct="1">
                        <a:lnSpc>
                          <a:spcPct val="100000"/>
                        </a:lnSpc>
                        <a:spcBef>
                          <a:spcPts val="0"/>
                        </a:spcBef>
                        <a:spcAft>
                          <a:spcPts val="0"/>
                        </a:spcAft>
                        <a:buClrTx/>
                        <a:buSzTx/>
                        <a:buFontTx/>
                        <a:buNone/>
                        <a:defRPr/>
                      </a:pPr>
                      <a:r>
                        <a:rPr lang="en-US" sz="2800" b="1" noProof="0" dirty="0">
                          <a:solidFill>
                            <a:srgbClr val="FFC000"/>
                          </a:solidFill>
                          <a:latin typeface="Arial" panose="020B0704020202020204"/>
                          <a:cs typeface="Arial" panose="020B0704020202020204"/>
                        </a:rPr>
                        <a:t>Group printing discounts</a:t>
                      </a:r>
                      <a:endParaRPr lang="en-US" sz="2800" b="1" noProof="0" dirty="0">
                        <a:solidFill>
                          <a:srgbClr val="FFC000"/>
                        </a:solidFill>
                        <a:latin typeface="Arial" panose="020B0704020202020204"/>
                        <a:cs typeface="Arial" panose="020B0704020202020204"/>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2400" noProof="0" dirty="0">
                          <a:solidFill>
                            <a:srgbClr val="D9D9D9"/>
                          </a:solidFill>
                          <a:latin typeface="Arial" panose="020B0704020202020204"/>
                          <a:cs typeface="Arial" panose="020B0704020202020204"/>
                        </a:rPr>
                        <a:t>We provide event coordinators and conference organizers with a seamless solution for attendees’ poster printing needs. Our service offers discounted, high-quality prints with quick turnaround times and flexible options, ensuring we cater to a wide range of requirements.</a:t>
                      </a:r>
                      <a:endParaRPr lang="en-US" sz="2400" noProof="0" dirty="0">
                        <a:solidFill>
                          <a:srgbClr val="D9D9D9"/>
                        </a:solidFill>
                        <a:latin typeface="Arial" panose="020B0704020202020204"/>
                        <a:cs typeface="Arial" panose="020B0704020202020204"/>
                      </a:endParaRPr>
                    </a:p>
                    <a:p>
                      <a:pPr marL="0" marR="0" lvl="0" indent="0" algn="l" defTabSz="114300" rtl="0" eaLnBrk="1" fontAlgn="auto" latinLnBrk="0" hangingPunct="1">
                        <a:lnSpc>
                          <a:spcPct val="100000"/>
                        </a:lnSpc>
                        <a:spcBef>
                          <a:spcPts val="0"/>
                        </a:spcBef>
                        <a:spcAft>
                          <a:spcPts val="0"/>
                        </a:spcAft>
                        <a:buClrTx/>
                        <a:buSzTx/>
                        <a:buFontTx/>
                        <a:buNone/>
                        <a:defRPr/>
                      </a:pPr>
                      <a:endParaRPr lang="en-US" sz="2400" noProof="0" dirty="0">
                        <a:solidFill>
                          <a:srgbClr val="D9D9D9"/>
                        </a:solidFill>
                        <a:latin typeface="Arial" panose="020B0704020202020204"/>
                        <a:cs typeface="Arial" panose="020B0704020202020204"/>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2400" noProof="0" dirty="0">
                          <a:solidFill>
                            <a:srgbClr val="D9D9D9"/>
                          </a:solidFill>
                          <a:latin typeface="Arial" panose="020B0704020202020204"/>
                          <a:cs typeface="Arial" panose="020B0704020202020204"/>
                        </a:rPr>
                        <a:t>For more information, visit this page:</a:t>
                      </a:r>
                      <a:endParaRPr lang="en-US" sz="2400" noProof="0" dirty="0">
                        <a:solidFill>
                          <a:srgbClr val="D9D9D9"/>
                        </a:solidFill>
                        <a:latin typeface="Arial" panose="020B0704020202020204"/>
                        <a:cs typeface="Arial" panose="020B0704020202020204"/>
                      </a:endParaRPr>
                    </a:p>
                    <a:p>
                      <a:pPr marL="0" marR="0" lvl="0" indent="0" algn="l" defTabSz="114300" rtl="0" eaLnBrk="1" fontAlgn="auto" latinLnBrk="0" hangingPunct="1">
                        <a:lnSpc>
                          <a:spcPct val="100000"/>
                        </a:lnSpc>
                        <a:spcBef>
                          <a:spcPts val="0"/>
                        </a:spcBef>
                        <a:spcAft>
                          <a:spcPts val="0"/>
                        </a:spcAft>
                        <a:buClrTx/>
                        <a:buSzTx/>
                        <a:buFontTx/>
                        <a:buNone/>
                        <a:defRPr/>
                      </a:pPr>
                      <a:endParaRPr lang="en-US" sz="2400" noProof="0" dirty="0">
                        <a:solidFill>
                          <a:srgbClr val="D9D9D9"/>
                        </a:solidFill>
                        <a:latin typeface="Arial" panose="020B0704020202020204"/>
                        <a:cs typeface="Arial" panose="020B0704020202020204"/>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2400" noProof="0" dirty="0">
                          <a:solidFill>
                            <a:srgbClr val="FFC000"/>
                          </a:solidFill>
                          <a:latin typeface="Arial" panose="020B0704020202020204"/>
                          <a:cs typeface="Arial" panose="020B0704020202020204"/>
                        </a:rPr>
                        <a:t>https://</a:t>
                      </a:r>
                      <a:r>
                        <a:rPr lang="en-US" sz="2400" noProof="0" dirty="0" err="1">
                          <a:solidFill>
                            <a:srgbClr val="FFC000"/>
                          </a:solidFill>
                          <a:latin typeface="Arial" panose="020B0704020202020204"/>
                          <a:cs typeface="Arial" panose="020B0704020202020204"/>
                        </a:rPr>
                        <a:t>www.posterpresentations.com</a:t>
                      </a:r>
                      <a:r>
                        <a:rPr lang="en-US" sz="2400" noProof="0" dirty="0">
                          <a:solidFill>
                            <a:srgbClr val="FFC000"/>
                          </a:solidFill>
                          <a:latin typeface="Arial" panose="020B0704020202020204"/>
                          <a:cs typeface="Arial" panose="020B0704020202020204"/>
                        </a:rPr>
                        <a:t>/poster-presentation-services-for-conferences-and-</a:t>
                      </a:r>
                      <a:r>
                        <a:rPr lang="en-US" sz="2400" noProof="0" dirty="0" err="1">
                          <a:solidFill>
                            <a:srgbClr val="FFC000"/>
                          </a:solidFill>
                          <a:latin typeface="Arial" panose="020B0704020202020204"/>
                          <a:cs typeface="Arial" panose="020B0704020202020204"/>
                        </a:rPr>
                        <a:t>events.html</a:t>
                      </a:r>
                      <a:endParaRPr lang="en-US" sz="2400" noProof="0" dirty="0">
                        <a:solidFill>
                          <a:srgbClr val="FFC000"/>
                        </a:solidFill>
                        <a:latin typeface="Arial" panose="020B0704020202020204"/>
                        <a:cs typeface="Arial" panose="020B0704020202020204"/>
                      </a:endParaRPr>
                    </a:p>
                    <a:p>
                      <a:pPr marL="0" marR="0" lvl="0" indent="0" algn="l" defTabSz="114300" rtl="0" eaLnBrk="1" fontAlgn="auto" latinLnBrk="0" hangingPunct="1">
                        <a:lnSpc>
                          <a:spcPct val="100000"/>
                        </a:lnSpc>
                        <a:spcBef>
                          <a:spcPts val="0"/>
                        </a:spcBef>
                        <a:spcAft>
                          <a:spcPts val="0"/>
                        </a:spcAft>
                        <a:buClrTx/>
                        <a:buSzTx/>
                        <a:buFontTx/>
                        <a:buNone/>
                        <a:defRPr/>
                      </a:pPr>
                      <a:endParaRPr lang="en-US" sz="2400" noProof="0" dirty="0">
                        <a:solidFill>
                          <a:srgbClr val="FFC000"/>
                        </a:solidFill>
                        <a:latin typeface="Arial" panose="020B0704020202020204"/>
                        <a:cs typeface="Arial" panose="020B0704020202020204"/>
                      </a:endParaRPr>
                    </a:p>
                  </a:txBody>
                  <a:tcPr marL="213360" marR="106680" marT="137160">
                    <a:solidFill>
                      <a:srgbClr val="010101"/>
                    </a:solidFill>
                  </a:tcPr>
                </a:tc>
                <a:tc hMerge="1">
                  <a:tcPr/>
                </a:tc>
                <a:tc hMerge="1">
                  <a:tcPr/>
                </a:tc>
              </a:tr>
              <a:tr h="1620960">
                <a:tc gridSpan="3">
                  <a:txBody>
                    <a:bodyPr/>
                    <a:lstStyle/>
                    <a:p>
                      <a:endParaRPr lang="en-US" sz="2400" dirty="0">
                        <a:solidFill>
                          <a:srgbClr val="1F3A4E"/>
                        </a:solidFill>
                      </a:endParaRPr>
                    </a:p>
                  </a:txBody>
                  <a:tcPr marL="213360" marR="106680" marT="137160">
                    <a:blipFill dpi="0" rotWithShape="1">
                      <a:blip r:embed="rId9"/>
                      <a:srcRect/>
                      <a:stretch>
                        <a:fillRect/>
                      </a:stretch>
                    </a:blipFill>
                  </a:tcPr>
                </a:tc>
                <a:tc hMerge="1">
                  <a:tcPr/>
                </a:tc>
                <a:tc hMerge="1">
                  <a:tcPr/>
                </a:tc>
              </a:tr>
              <a:tr h="2530996">
                <a:tc gridSpan="2">
                  <a:txBody>
                    <a:bodyPr/>
                    <a:lstStyle/>
                    <a:p>
                      <a:pPr>
                        <a:lnSpc>
                          <a:spcPts val="2600"/>
                        </a:lnSpc>
                      </a:pPr>
                      <a:r>
                        <a:rPr lang="en-US" sz="2000" dirty="0">
                          <a:solidFill>
                            <a:schemeClr val="bg1">
                              <a:lumMod val="85000"/>
                            </a:schemeClr>
                          </a:solidFill>
                          <a:latin typeface="Arial" panose="020B0704020202020204"/>
                          <a:cs typeface="Arial" panose="020B0704020202020204"/>
                        </a:rPr>
                        <a:t>© 2025</a:t>
                      </a:r>
                      <a:r>
                        <a:rPr lang="en-US" sz="2000" baseline="0" dirty="0">
                          <a:solidFill>
                            <a:schemeClr val="bg1">
                              <a:lumMod val="85000"/>
                            </a:schemeClr>
                          </a:solidFill>
                          <a:latin typeface="Arial" panose="020B0704020202020204"/>
                          <a:cs typeface="Arial" panose="020B0704020202020204"/>
                        </a:rPr>
                        <a:t> </a:t>
                      </a:r>
                      <a:r>
                        <a:rPr lang="en-US" sz="2000" dirty="0" err="1">
                          <a:solidFill>
                            <a:schemeClr val="bg1">
                              <a:lumMod val="85000"/>
                            </a:schemeClr>
                          </a:solidFill>
                          <a:latin typeface="Arial" panose="020B0704020202020204"/>
                          <a:cs typeface="Arial" panose="020B0704020202020204"/>
                        </a:rPr>
                        <a:t>PosterPresentations.com</a:t>
                      </a:r>
                      <a:br>
                        <a:rPr lang="en-US" sz="2000" dirty="0">
                          <a:solidFill>
                            <a:schemeClr val="bg1">
                              <a:lumMod val="85000"/>
                            </a:schemeClr>
                          </a:solidFill>
                          <a:latin typeface="Arial" panose="020B0704020202020204"/>
                          <a:cs typeface="Arial" panose="020B0704020202020204"/>
                        </a:rPr>
                      </a:br>
                      <a:r>
                        <a:rPr lang="en-US" sz="2000" dirty="0">
                          <a:solidFill>
                            <a:schemeClr val="bg1">
                              <a:lumMod val="85000"/>
                            </a:schemeClr>
                          </a:solidFill>
                          <a:latin typeface="Arial" panose="020B0704020202020204"/>
                          <a:cs typeface="Arial" panose="020B0704020202020204"/>
                        </a:rPr>
                        <a:t>2117 Fourth Street ,</a:t>
                      </a:r>
                      <a:r>
                        <a:rPr lang="en-US" sz="2000" baseline="0" dirty="0">
                          <a:solidFill>
                            <a:schemeClr val="bg1">
                              <a:lumMod val="85000"/>
                            </a:schemeClr>
                          </a:solidFill>
                          <a:latin typeface="Arial" panose="020B0704020202020204"/>
                          <a:cs typeface="Arial" panose="020B0704020202020204"/>
                        </a:rPr>
                        <a:t> STE C        </a:t>
                      </a:r>
                      <a:endParaRPr lang="en-US" sz="2000" baseline="0" dirty="0">
                        <a:solidFill>
                          <a:schemeClr val="bg1">
                            <a:lumMod val="85000"/>
                          </a:schemeClr>
                        </a:solidFill>
                        <a:latin typeface="Arial" panose="020B0704020202020204"/>
                        <a:cs typeface="Arial" panose="020B0704020202020204"/>
                      </a:endParaRPr>
                    </a:p>
                    <a:p>
                      <a:pPr>
                        <a:lnSpc>
                          <a:spcPts val="2600"/>
                        </a:lnSpc>
                      </a:pPr>
                      <a:r>
                        <a:rPr lang="en-US" sz="2000" baseline="0" dirty="0">
                          <a:solidFill>
                            <a:schemeClr val="bg1">
                              <a:lumMod val="85000"/>
                            </a:schemeClr>
                          </a:solidFill>
                          <a:latin typeface="Arial" panose="020B0704020202020204"/>
                          <a:cs typeface="Arial" panose="020B0704020202020204"/>
                        </a:rPr>
                        <a:t>Berkeley CA 94710 USA</a:t>
                      </a:r>
                      <a:endParaRPr lang="en-US" sz="2000" dirty="0">
                        <a:solidFill>
                          <a:schemeClr val="bg1">
                            <a:lumMod val="85000"/>
                          </a:schemeClr>
                        </a:solidFill>
                        <a:latin typeface="Arial" panose="020B0704020202020204"/>
                        <a:cs typeface="Arial" panose="020B0704020202020204"/>
                      </a:endParaRPr>
                    </a:p>
                  </a:txBody>
                  <a:tcPr marL="213360" marR="106680" marT="137160">
                    <a:solidFill>
                      <a:srgbClr val="010101"/>
                    </a:solidFill>
                  </a:tcPr>
                </a:tc>
                <a:tc hMerge="1">
                  <a:tcPr marL="182880" marT="137160">
                    <a:solidFill>
                      <a:srgbClr val="010101"/>
                    </a:solidFill>
                  </a:tcPr>
                </a:tc>
                <a:tc>
                  <a:txBody>
                    <a:bodyPr/>
                    <a:lstStyle/>
                    <a:p>
                      <a:r>
                        <a:rPr lang="en-US" sz="1800" dirty="0">
                          <a:solidFill>
                            <a:schemeClr val="bg1"/>
                          </a:solidFill>
                          <a:latin typeface="Arial" panose="020B0704020202020204"/>
                          <a:cs typeface="Arial" panose="020B0704020202020204"/>
                        </a:rPr>
                        <a:t>For additional help, visit our online tutorials at </a:t>
                      </a:r>
                      <a:r>
                        <a:rPr lang="en-US" sz="1400" dirty="0">
                          <a:solidFill>
                            <a:schemeClr val="bg1"/>
                          </a:solidFill>
                          <a:latin typeface="Arial" panose="020B0704020202020204"/>
                          <a:cs typeface="Arial" panose="020B0704020202020204"/>
                        </a:rPr>
                        <a:t>https://</a:t>
                      </a:r>
                      <a:r>
                        <a:rPr lang="en-US" sz="1400" dirty="0" err="1">
                          <a:solidFill>
                            <a:schemeClr val="bg1"/>
                          </a:solidFill>
                          <a:latin typeface="Arial" panose="020B0704020202020204"/>
                          <a:cs typeface="Arial" panose="020B0704020202020204"/>
                        </a:rPr>
                        <a:t>www.posterpresentations.com</a:t>
                      </a:r>
                      <a:r>
                        <a:rPr lang="en-US" sz="1400" dirty="0">
                          <a:solidFill>
                            <a:schemeClr val="bg1"/>
                          </a:solidFill>
                          <a:latin typeface="Arial" panose="020B0704020202020204"/>
                          <a:cs typeface="Arial" panose="020B0704020202020204"/>
                        </a:rPr>
                        <a:t>/</a:t>
                      </a:r>
                      <a:r>
                        <a:rPr lang="en-US" sz="1400" dirty="0" err="1">
                          <a:solidFill>
                            <a:schemeClr val="bg1"/>
                          </a:solidFill>
                          <a:latin typeface="Arial" panose="020B0704020202020204"/>
                          <a:cs typeface="Arial" panose="020B0704020202020204"/>
                        </a:rPr>
                        <a:t>helpdesk.html</a:t>
                      </a:r>
                      <a:endParaRPr lang="en-US" dirty="0"/>
                    </a:p>
                  </a:txBody>
                  <a:tcPr marL="213360" marR="106680" marT="137160">
                    <a:solidFill>
                      <a:srgbClr val="010101"/>
                    </a:solidFill>
                  </a:tcPr>
                </a:tc>
              </a:tr>
            </a:tbl>
          </a:graphicData>
        </a:graphic>
      </p:graphicFrame>
    </p:spTree>
  </p:cSld>
  <p:clrMap bg1="lt1" tx1="dk1" bg2="lt2" tx2="dk2" accent1="accent1" accent2="accent2" accent3="accent3" accent4="accent4" accent5="accent5" accent6="accent6" hlink="hlink" folHlink="folHlink"/>
  <p:sldLayoutIdLst>
    <p:sldLayoutId id="2147483649" r:id="rId1"/>
  </p:sldLayoutIdLst>
  <p:txStyles>
    <p:titleStyle>
      <a:lvl1pPr algn="ctr" defTabSz="5120640" rtl="0" eaLnBrk="1" latinLnBrk="0" hangingPunct="1">
        <a:spcBef>
          <a:spcPct val="0"/>
        </a:spcBef>
        <a:buNone/>
        <a:defRPr sz="10265" kern="1200">
          <a:solidFill>
            <a:schemeClr val="bg1"/>
          </a:solidFill>
          <a:latin typeface="Trebuchet MS" panose="020B0603020202020204" pitchFamily="34" charset="0"/>
          <a:ea typeface="+mj-ea"/>
          <a:cs typeface="+mj-cs"/>
        </a:defRPr>
      </a:lvl1pPr>
    </p:titleStyle>
    <p:bodyStyle>
      <a:lvl1pPr marL="1920240" indent="-1920240" algn="l" defTabSz="5120640" rtl="0" eaLnBrk="1" latinLnBrk="0" hangingPunct="1">
        <a:spcBef>
          <a:spcPct val="20000"/>
        </a:spcBef>
        <a:buFont typeface="Arial" panose="020B0704020202020204" pitchFamily="34" charset="0"/>
        <a:buChar char="•"/>
        <a:defRPr sz="17965" kern="1200">
          <a:solidFill>
            <a:schemeClr val="tx1"/>
          </a:solidFill>
          <a:latin typeface="+mn-lt"/>
          <a:ea typeface="+mn-ea"/>
          <a:cs typeface="+mn-cs"/>
        </a:defRPr>
      </a:lvl1pPr>
      <a:lvl2pPr marL="4160520" indent="-1600200" algn="l" defTabSz="5120640" rtl="0" eaLnBrk="1" latinLnBrk="0" hangingPunct="1">
        <a:spcBef>
          <a:spcPct val="20000"/>
        </a:spcBef>
        <a:buFont typeface="Arial" panose="020B0704020202020204" pitchFamily="34" charset="0"/>
        <a:buChar char="–"/>
        <a:defRPr sz="15750" kern="1200">
          <a:solidFill>
            <a:schemeClr val="tx1"/>
          </a:solidFill>
          <a:latin typeface="+mn-lt"/>
          <a:ea typeface="+mn-ea"/>
          <a:cs typeface="+mn-cs"/>
        </a:defRPr>
      </a:lvl2pPr>
      <a:lvl3pPr marL="6400800" indent="-1280160" algn="l" defTabSz="5120640" rtl="0" eaLnBrk="1" latinLnBrk="0" hangingPunct="1">
        <a:spcBef>
          <a:spcPct val="20000"/>
        </a:spcBef>
        <a:buFont typeface="Arial" panose="020B0704020202020204" pitchFamily="34" charset="0"/>
        <a:buChar char="•"/>
        <a:defRPr sz="13535" kern="1200">
          <a:solidFill>
            <a:schemeClr val="tx1"/>
          </a:solidFill>
          <a:latin typeface="+mn-lt"/>
          <a:ea typeface="+mn-ea"/>
          <a:cs typeface="+mn-cs"/>
        </a:defRPr>
      </a:lvl3pPr>
      <a:lvl4pPr marL="8961120" indent="-1280160" algn="l" defTabSz="5120640" rtl="0" eaLnBrk="1" latinLnBrk="0" hangingPunct="1">
        <a:spcBef>
          <a:spcPct val="20000"/>
        </a:spcBef>
        <a:buFont typeface="Arial" panose="020B0704020202020204" pitchFamily="34" charset="0"/>
        <a:buChar char="–"/>
        <a:defRPr sz="11200" kern="1200">
          <a:solidFill>
            <a:schemeClr val="tx1"/>
          </a:solidFill>
          <a:latin typeface="+mn-lt"/>
          <a:ea typeface="+mn-ea"/>
          <a:cs typeface="+mn-cs"/>
        </a:defRPr>
      </a:lvl4pPr>
      <a:lvl5pPr marL="11521440" indent="-1280160" algn="l" defTabSz="5120640" rtl="0" eaLnBrk="1" latinLnBrk="0" hangingPunct="1">
        <a:spcBef>
          <a:spcPct val="20000"/>
        </a:spcBef>
        <a:buFont typeface="Arial" panose="020B0704020202020204" pitchFamily="34" charset="0"/>
        <a:buChar char="»"/>
        <a:defRPr sz="11200" kern="1200">
          <a:solidFill>
            <a:schemeClr val="tx1"/>
          </a:solidFill>
          <a:latin typeface="+mn-lt"/>
          <a:ea typeface="+mn-ea"/>
          <a:cs typeface="+mn-cs"/>
        </a:defRPr>
      </a:lvl5pPr>
      <a:lvl6pPr marL="14081760" indent="-1280160" algn="l" defTabSz="5120640" rtl="0" eaLnBrk="1" latinLnBrk="0" hangingPunct="1">
        <a:spcBef>
          <a:spcPct val="20000"/>
        </a:spcBef>
        <a:buFont typeface="Arial" panose="020B0704020202020204" pitchFamily="34" charset="0"/>
        <a:buChar char="•"/>
        <a:defRPr sz="11200" kern="1200">
          <a:solidFill>
            <a:schemeClr val="tx1"/>
          </a:solidFill>
          <a:latin typeface="+mn-lt"/>
          <a:ea typeface="+mn-ea"/>
          <a:cs typeface="+mn-cs"/>
        </a:defRPr>
      </a:lvl6pPr>
      <a:lvl7pPr marL="16641445" indent="-1280160" algn="l" defTabSz="5120640" rtl="0" eaLnBrk="1" latinLnBrk="0" hangingPunct="1">
        <a:spcBef>
          <a:spcPct val="20000"/>
        </a:spcBef>
        <a:buFont typeface="Arial" panose="020B0704020202020204" pitchFamily="34" charset="0"/>
        <a:buChar char="•"/>
        <a:defRPr sz="11200" kern="1200">
          <a:solidFill>
            <a:schemeClr val="tx1"/>
          </a:solidFill>
          <a:latin typeface="+mn-lt"/>
          <a:ea typeface="+mn-ea"/>
          <a:cs typeface="+mn-cs"/>
        </a:defRPr>
      </a:lvl7pPr>
      <a:lvl8pPr marL="19201765" indent="-1280160" algn="l" defTabSz="5120640" rtl="0" eaLnBrk="1" latinLnBrk="0" hangingPunct="1">
        <a:spcBef>
          <a:spcPct val="20000"/>
        </a:spcBef>
        <a:buFont typeface="Arial" panose="020B0704020202020204" pitchFamily="34" charset="0"/>
        <a:buChar char="•"/>
        <a:defRPr sz="11200" kern="1200">
          <a:solidFill>
            <a:schemeClr val="tx1"/>
          </a:solidFill>
          <a:latin typeface="+mn-lt"/>
          <a:ea typeface="+mn-ea"/>
          <a:cs typeface="+mn-cs"/>
        </a:defRPr>
      </a:lvl8pPr>
      <a:lvl9pPr marL="21762085" indent="-1280160" algn="l" defTabSz="5120640" rtl="0" eaLnBrk="1" latinLnBrk="0" hangingPunct="1">
        <a:spcBef>
          <a:spcPct val="20000"/>
        </a:spcBef>
        <a:buFont typeface="Arial" panose="020B0704020202020204" pitchFamily="34" charset="0"/>
        <a:buChar char="•"/>
        <a:defRPr sz="11200" kern="1200">
          <a:solidFill>
            <a:schemeClr val="tx1"/>
          </a:solidFill>
          <a:latin typeface="+mn-lt"/>
          <a:ea typeface="+mn-ea"/>
          <a:cs typeface="+mn-cs"/>
        </a:defRPr>
      </a:lvl9pPr>
    </p:bodyStyle>
    <p:otherStyle>
      <a:defPPr>
        <a:defRPr lang="en-US"/>
      </a:defPPr>
      <a:lvl1pPr marL="0" algn="l" defTabSz="5120640" rtl="0" eaLnBrk="1" latinLnBrk="0" hangingPunct="1">
        <a:defRPr sz="10035" kern="1200">
          <a:solidFill>
            <a:schemeClr val="tx1"/>
          </a:solidFill>
          <a:latin typeface="+mn-lt"/>
          <a:ea typeface="+mn-ea"/>
          <a:cs typeface="+mn-cs"/>
        </a:defRPr>
      </a:lvl1pPr>
      <a:lvl2pPr marL="2560320" algn="l" defTabSz="5120640" rtl="0" eaLnBrk="1" latinLnBrk="0" hangingPunct="1">
        <a:defRPr sz="10035" kern="1200">
          <a:solidFill>
            <a:schemeClr val="tx1"/>
          </a:solidFill>
          <a:latin typeface="+mn-lt"/>
          <a:ea typeface="+mn-ea"/>
          <a:cs typeface="+mn-cs"/>
        </a:defRPr>
      </a:lvl2pPr>
      <a:lvl3pPr marL="5120640" algn="l" defTabSz="5120640" rtl="0" eaLnBrk="1" latinLnBrk="0" hangingPunct="1">
        <a:defRPr sz="10035" kern="1200">
          <a:solidFill>
            <a:schemeClr val="tx1"/>
          </a:solidFill>
          <a:latin typeface="+mn-lt"/>
          <a:ea typeface="+mn-ea"/>
          <a:cs typeface="+mn-cs"/>
        </a:defRPr>
      </a:lvl3pPr>
      <a:lvl4pPr marL="7680960" algn="l" defTabSz="5120640" rtl="0" eaLnBrk="1" latinLnBrk="0" hangingPunct="1">
        <a:defRPr sz="10035" kern="1200">
          <a:solidFill>
            <a:schemeClr val="tx1"/>
          </a:solidFill>
          <a:latin typeface="+mn-lt"/>
          <a:ea typeface="+mn-ea"/>
          <a:cs typeface="+mn-cs"/>
        </a:defRPr>
      </a:lvl4pPr>
      <a:lvl5pPr marL="10241280" algn="l" defTabSz="5120640" rtl="0" eaLnBrk="1" latinLnBrk="0" hangingPunct="1">
        <a:defRPr sz="10035" kern="1200">
          <a:solidFill>
            <a:schemeClr val="tx1"/>
          </a:solidFill>
          <a:latin typeface="+mn-lt"/>
          <a:ea typeface="+mn-ea"/>
          <a:cs typeface="+mn-cs"/>
        </a:defRPr>
      </a:lvl5pPr>
      <a:lvl6pPr marL="12801600" algn="l" defTabSz="5120640" rtl="0" eaLnBrk="1" latinLnBrk="0" hangingPunct="1">
        <a:defRPr sz="10035" kern="1200">
          <a:solidFill>
            <a:schemeClr val="tx1"/>
          </a:solidFill>
          <a:latin typeface="+mn-lt"/>
          <a:ea typeface="+mn-ea"/>
          <a:cs typeface="+mn-cs"/>
        </a:defRPr>
      </a:lvl6pPr>
      <a:lvl7pPr marL="15361285" algn="l" defTabSz="5120640" rtl="0" eaLnBrk="1" latinLnBrk="0" hangingPunct="1">
        <a:defRPr sz="10035" kern="1200">
          <a:solidFill>
            <a:schemeClr val="tx1"/>
          </a:solidFill>
          <a:latin typeface="+mn-lt"/>
          <a:ea typeface="+mn-ea"/>
          <a:cs typeface="+mn-cs"/>
        </a:defRPr>
      </a:lvl7pPr>
      <a:lvl8pPr marL="17921605" algn="l" defTabSz="5120640" rtl="0" eaLnBrk="1" latinLnBrk="0" hangingPunct="1">
        <a:defRPr sz="10035" kern="1200">
          <a:solidFill>
            <a:schemeClr val="tx1"/>
          </a:solidFill>
          <a:latin typeface="+mn-lt"/>
          <a:ea typeface="+mn-ea"/>
          <a:cs typeface="+mn-cs"/>
        </a:defRPr>
      </a:lvl8pPr>
      <a:lvl9pPr marL="20481925" algn="l" defTabSz="5120640" rtl="0" eaLnBrk="1" latinLnBrk="0" hangingPunct="1">
        <a:defRPr sz="1003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BF9F9"/>
        </a:solidFill>
        <a:effectLst/>
      </p:bgPr>
    </p:bg>
    <p:spTree>
      <p:nvGrpSpPr>
        <p:cNvPr id="1" name=""/>
        <p:cNvGrpSpPr/>
        <p:nvPr/>
      </p:nvGrpSpPr>
      <p:grpSpPr>
        <a:xfrm>
          <a:off x="0" y="0"/>
          <a:ext cx="0" cy="0"/>
          <a:chOff x="0" y="0"/>
          <a:chExt cx="0" cy="0"/>
        </a:xfrm>
      </p:grpSpPr>
      <p:sp>
        <p:nvSpPr>
          <p:cNvPr id="7" name="Snip and Round Single Corner Rectangle 6"/>
          <p:cNvSpPr/>
          <p:nvPr userDrawn="1"/>
        </p:nvSpPr>
        <p:spPr>
          <a:xfrm rot="5400000">
            <a:off x="-7592278" y="12912423"/>
            <a:ext cx="27693717" cy="12509164"/>
          </a:xfrm>
          <a:prstGeom prst="snipRoundRect">
            <a:avLst>
              <a:gd name="adj1" fmla="val 19860"/>
              <a:gd name="adj2" fmla="val 0"/>
            </a:avLst>
          </a:prstGeom>
          <a:solidFill>
            <a:srgbClr val="DEF1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nip and Round Single Corner Rectangle 7"/>
          <p:cNvSpPr/>
          <p:nvPr userDrawn="1"/>
        </p:nvSpPr>
        <p:spPr>
          <a:xfrm rot="5400000">
            <a:off x="31141225" y="12904285"/>
            <a:ext cx="27693718" cy="12553152"/>
          </a:xfrm>
          <a:prstGeom prst="snipRoundRect">
            <a:avLst>
              <a:gd name="adj1" fmla="val 19860"/>
              <a:gd name="adj2" fmla="val 0"/>
            </a:avLst>
          </a:prstGeom>
          <a:solidFill>
            <a:srgbClr val="DEF1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nip and Round Single Corner Rectangle 9"/>
          <p:cNvSpPr/>
          <p:nvPr userDrawn="1"/>
        </p:nvSpPr>
        <p:spPr>
          <a:xfrm rot="5400000">
            <a:off x="11778385" y="6890255"/>
            <a:ext cx="27693718" cy="24581212"/>
          </a:xfrm>
          <a:prstGeom prst="snipRoundRect">
            <a:avLst>
              <a:gd name="adj1" fmla="val 10269"/>
              <a:gd name="adj2" fmla="val 0"/>
            </a:avLst>
          </a:prstGeom>
          <a:solidFill>
            <a:srgbClr val="DEF1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nip and Round Single Corner Rectangle 15"/>
          <p:cNvSpPr/>
          <p:nvPr userDrawn="1"/>
        </p:nvSpPr>
        <p:spPr>
          <a:xfrm rot="10800000" flipV="1">
            <a:off x="-4" y="32076910"/>
            <a:ext cx="47646774" cy="936954"/>
          </a:xfrm>
          <a:custGeom>
            <a:avLst/>
            <a:gdLst>
              <a:gd name="connsiteX0" fmla="*/ 419100 w 41571263"/>
              <a:gd name="connsiteY0" fmla="*/ 0 h 838200"/>
              <a:gd name="connsiteX1" fmla="*/ 41571263 w 41571263"/>
              <a:gd name="connsiteY1" fmla="*/ 0 h 838200"/>
              <a:gd name="connsiteX2" fmla="*/ 41571263 w 41571263"/>
              <a:gd name="connsiteY2" fmla="*/ 0 h 838200"/>
              <a:gd name="connsiteX3" fmla="*/ 41571263 w 41571263"/>
              <a:gd name="connsiteY3" fmla="*/ 838200 h 838200"/>
              <a:gd name="connsiteX4" fmla="*/ 0 w 41571263"/>
              <a:gd name="connsiteY4" fmla="*/ 838200 h 838200"/>
              <a:gd name="connsiteX5" fmla="*/ 0 w 41571263"/>
              <a:gd name="connsiteY5" fmla="*/ 419100 h 838200"/>
              <a:gd name="connsiteX6" fmla="*/ 419100 w 41571263"/>
              <a:gd name="connsiteY6" fmla="*/ 0 h 838200"/>
              <a:gd name="connsiteX0-1" fmla="*/ 968398 w 41571263"/>
              <a:gd name="connsiteY0-2" fmla="*/ 0 h 841490"/>
              <a:gd name="connsiteX1-3" fmla="*/ 41571263 w 41571263"/>
              <a:gd name="connsiteY1-4" fmla="*/ 3290 h 841490"/>
              <a:gd name="connsiteX2-5" fmla="*/ 41571263 w 41571263"/>
              <a:gd name="connsiteY2-6" fmla="*/ 3290 h 841490"/>
              <a:gd name="connsiteX3-7" fmla="*/ 41571263 w 41571263"/>
              <a:gd name="connsiteY3-8" fmla="*/ 841490 h 841490"/>
              <a:gd name="connsiteX4-9" fmla="*/ 0 w 41571263"/>
              <a:gd name="connsiteY4-10" fmla="*/ 841490 h 841490"/>
              <a:gd name="connsiteX5-11" fmla="*/ 0 w 41571263"/>
              <a:gd name="connsiteY5-12" fmla="*/ 422390 h 841490"/>
              <a:gd name="connsiteX6-13" fmla="*/ 968398 w 41571263"/>
              <a:gd name="connsiteY6-14" fmla="*/ 0 h 841490"/>
              <a:gd name="connsiteX0-15" fmla="*/ 968398 w 41571263"/>
              <a:gd name="connsiteY0-16" fmla="*/ 0 h 841490"/>
              <a:gd name="connsiteX1-17" fmla="*/ 41571263 w 41571263"/>
              <a:gd name="connsiteY1-18" fmla="*/ 3290 h 841490"/>
              <a:gd name="connsiteX2-19" fmla="*/ 41571263 w 41571263"/>
              <a:gd name="connsiteY2-20" fmla="*/ 3290 h 841490"/>
              <a:gd name="connsiteX3-21" fmla="*/ 41571263 w 41571263"/>
              <a:gd name="connsiteY3-22" fmla="*/ 841490 h 841490"/>
              <a:gd name="connsiteX4-23" fmla="*/ 0 w 41571263"/>
              <a:gd name="connsiteY4-24" fmla="*/ 841490 h 841490"/>
              <a:gd name="connsiteX5-25" fmla="*/ 6579 w 41571263"/>
              <a:gd name="connsiteY5-26" fmla="*/ 836830 h 841490"/>
              <a:gd name="connsiteX6-27" fmla="*/ 968398 w 41571263"/>
              <a:gd name="connsiteY6-28" fmla="*/ 0 h 841490"/>
              <a:gd name="connsiteX0-29" fmla="*/ 968398 w 41571263"/>
              <a:gd name="connsiteY0-30" fmla="*/ 0 h 841490"/>
              <a:gd name="connsiteX1-31" fmla="*/ 41571263 w 41571263"/>
              <a:gd name="connsiteY1-32" fmla="*/ 3290 h 841490"/>
              <a:gd name="connsiteX2-33" fmla="*/ 41571263 w 41571263"/>
              <a:gd name="connsiteY2-34" fmla="*/ 3290 h 841490"/>
              <a:gd name="connsiteX3-35" fmla="*/ 41571263 w 41571263"/>
              <a:gd name="connsiteY3-36" fmla="*/ 841490 h 841490"/>
              <a:gd name="connsiteX4-37" fmla="*/ 0 w 41571263"/>
              <a:gd name="connsiteY4-38" fmla="*/ 841490 h 841490"/>
              <a:gd name="connsiteX5-39" fmla="*/ 6579 w 41571263"/>
              <a:gd name="connsiteY5-40" fmla="*/ 836830 h 841490"/>
              <a:gd name="connsiteX6-41" fmla="*/ 968398 w 41571263"/>
              <a:gd name="connsiteY6-42" fmla="*/ 0 h 84149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1571263" h="841490">
                <a:moveTo>
                  <a:pt x="968398" y="0"/>
                </a:moveTo>
                <a:lnTo>
                  <a:pt x="41571263" y="3290"/>
                </a:lnTo>
                <a:lnTo>
                  <a:pt x="41571263" y="3290"/>
                </a:lnTo>
                <a:lnTo>
                  <a:pt x="41571263" y="841490"/>
                </a:lnTo>
                <a:lnTo>
                  <a:pt x="0" y="841490"/>
                </a:lnTo>
                <a:lnTo>
                  <a:pt x="6579" y="836830"/>
                </a:lnTo>
                <a:cubicBezTo>
                  <a:pt x="52628" y="184348"/>
                  <a:pt x="736935" y="0"/>
                  <a:pt x="968398" y="0"/>
                </a:cubicBezTo>
                <a:close/>
              </a:path>
            </a:pathLst>
          </a:custGeom>
          <a:gradFill>
            <a:gsLst>
              <a:gs pos="0">
                <a:srgbClr val="6D2C8E"/>
              </a:gs>
              <a:gs pos="100000">
                <a:srgbClr val="DA0D89"/>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 Box 14"/>
          <p:cNvSpPr txBox="1">
            <a:spLocks noChangeArrowheads="1"/>
          </p:cNvSpPr>
          <p:nvPr userDrawn="1"/>
        </p:nvSpPr>
        <p:spPr bwMode="auto">
          <a:xfrm>
            <a:off x="1567305" y="32390910"/>
            <a:ext cx="2514600" cy="341436"/>
          </a:xfrm>
          <a:prstGeom prst="rect">
            <a:avLst/>
          </a:prstGeom>
          <a:noFill/>
          <a:ln w="9525">
            <a:noFill/>
            <a:miter lim="800000"/>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panose="020B0704020202020204" pitchFamily="34" charset="0"/>
              </a:rPr>
              <a:t>RESEARCH POSTER PRESENTATION DESIGN © 2025</a:t>
            </a:r>
            <a:endParaRPr lang="en-US" sz="500" b="1" dirty="0">
              <a:solidFill>
                <a:schemeClr val="bg1">
                  <a:lumMod val="75000"/>
                </a:schemeClr>
              </a:solidFill>
              <a:latin typeface="Arial" panose="020B0704020202020204" pitchFamily="34" charset="0"/>
            </a:endParaRPr>
          </a:p>
          <a:p>
            <a:pPr eaLnBrk="0" hangingPunct="0">
              <a:lnSpc>
                <a:spcPct val="65000"/>
              </a:lnSpc>
              <a:spcBef>
                <a:spcPct val="50000"/>
              </a:spcBef>
              <a:defRPr/>
            </a:pPr>
            <a:r>
              <a:rPr lang="en-US" sz="1100" b="1" dirty="0">
                <a:solidFill>
                  <a:schemeClr val="bg1">
                    <a:lumMod val="75000"/>
                  </a:schemeClr>
                </a:solidFill>
                <a:latin typeface="Arial" panose="020B0704020202020204" pitchFamily="34" charset="0"/>
              </a:rPr>
              <a:t>www.PosterPresentations.com</a:t>
            </a:r>
            <a:endParaRPr lang="en-US" sz="1100" b="1" dirty="0">
              <a:solidFill>
                <a:schemeClr val="bg1">
                  <a:lumMod val="75000"/>
                </a:schemeClr>
              </a:solidFill>
              <a:latin typeface="Arial" panose="020B0704020202020204" pitchFamily="34" charset="0"/>
            </a:endParaRPr>
          </a:p>
        </p:txBody>
      </p:sp>
      <p:grpSp>
        <p:nvGrpSpPr>
          <p:cNvPr id="13" name="Group 12"/>
          <p:cNvGrpSpPr/>
          <p:nvPr userDrawn="1"/>
        </p:nvGrpSpPr>
        <p:grpSpPr>
          <a:xfrm>
            <a:off x="0" y="-4527"/>
            <a:ext cx="51206399" cy="4919427"/>
            <a:chOff x="1" y="-4527"/>
            <a:chExt cx="43891200" cy="4917131"/>
          </a:xfrm>
        </p:grpSpPr>
        <p:sp>
          <p:nvSpPr>
            <p:cNvPr id="14" name="Snip and Round Single Corner Rectangle 13"/>
            <p:cNvSpPr/>
            <p:nvPr userDrawn="1"/>
          </p:nvSpPr>
          <p:spPr>
            <a:xfrm flipV="1">
              <a:off x="1" y="-4527"/>
              <a:ext cx="43891200" cy="4917130"/>
            </a:xfrm>
            <a:prstGeom prst="snipRoundRect">
              <a:avLst>
                <a:gd name="adj1" fmla="val 50000"/>
                <a:gd name="adj2" fmla="val 16667"/>
              </a:avLst>
            </a:prstGeom>
            <a:gradFill>
              <a:gsLst>
                <a:gs pos="0">
                  <a:srgbClr val="6D2C8E"/>
                </a:gs>
                <a:gs pos="100000">
                  <a:srgbClr val="DA0D89"/>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5"/>
            <p:cNvSpPr/>
            <p:nvPr userDrawn="1"/>
          </p:nvSpPr>
          <p:spPr>
            <a:xfrm>
              <a:off x="35918533" y="-4527"/>
              <a:ext cx="7972667" cy="4917131"/>
            </a:xfrm>
            <a:custGeom>
              <a:avLst/>
              <a:gdLst>
                <a:gd name="connsiteX0" fmla="*/ 0 w 7968343"/>
                <a:gd name="connsiteY0" fmla="*/ 0 h 4917131"/>
                <a:gd name="connsiteX1" fmla="*/ 7968343 w 7968343"/>
                <a:gd name="connsiteY1" fmla="*/ 0 h 4917131"/>
                <a:gd name="connsiteX2" fmla="*/ 7968343 w 7968343"/>
                <a:gd name="connsiteY2" fmla="*/ 4917131 h 4917131"/>
                <a:gd name="connsiteX3" fmla="*/ 0 w 7968343"/>
                <a:gd name="connsiteY3" fmla="*/ 4917131 h 4917131"/>
                <a:gd name="connsiteX4" fmla="*/ 0 w 7968343"/>
                <a:gd name="connsiteY4" fmla="*/ 0 h 4917131"/>
                <a:gd name="connsiteX0-1" fmla="*/ 0 w 7968343"/>
                <a:gd name="connsiteY0-2" fmla="*/ 0 h 4917131"/>
                <a:gd name="connsiteX1-3" fmla="*/ 7968343 w 7968343"/>
                <a:gd name="connsiteY1-4" fmla="*/ 0 h 4917131"/>
                <a:gd name="connsiteX2-5" fmla="*/ 4931229 w 7968343"/>
                <a:gd name="connsiteY2-6" fmla="*/ 4917131 h 4917131"/>
                <a:gd name="connsiteX3-7" fmla="*/ 0 w 7968343"/>
                <a:gd name="connsiteY3-8" fmla="*/ 4917131 h 4917131"/>
                <a:gd name="connsiteX4-9" fmla="*/ 0 w 7968343"/>
                <a:gd name="connsiteY4-10" fmla="*/ 0 h 4917131"/>
                <a:gd name="connsiteX0-11" fmla="*/ 5943600 w 7968343"/>
                <a:gd name="connsiteY0-12" fmla="*/ 0 h 4917131"/>
                <a:gd name="connsiteX1-13" fmla="*/ 7968343 w 7968343"/>
                <a:gd name="connsiteY1-14" fmla="*/ 0 h 4917131"/>
                <a:gd name="connsiteX2-15" fmla="*/ 4931229 w 7968343"/>
                <a:gd name="connsiteY2-16" fmla="*/ 4917131 h 4917131"/>
                <a:gd name="connsiteX3-17" fmla="*/ 0 w 7968343"/>
                <a:gd name="connsiteY3-18" fmla="*/ 4917131 h 4917131"/>
                <a:gd name="connsiteX4-19" fmla="*/ 5943600 w 7968343"/>
                <a:gd name="connsiteY4-20" fmla="*/ 0 h 4917131"/>
                <a:gd name="connsiteX0-21" fmla="*/ 5943600 w 7968343"/>
                <a:gd name="connsiteY0-22" fmla="*/ 0 h 4917131"/>
                <a:gd name="connsiteX1-23" fmla="*/ 7968343 w 7968343"/>
                <a:gd name="connsiteY1-24" fmla="*/ 0 h 4917131"/>
                <a:gd name="connsiteX2-25" fmla="*/ 7968343 w 7968343"/>
                <a:gd name="connsiteY2-26" fmla="*/ 4917131 h 4917131"/>
                <a:gd name="connsiteX3-27" fmla="*/ 0 w 7968343"/>
                <a:gd name="connsiteY3-28" fmla="*/ 4917131 h 4917131"/>
                <a:gd name="connsiteX4-29" fmla="*/ 5943600 w 7968343"/>
                <a:gd name="connsiteY4-30" fmla="*/ 0 h 491713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7968343" h="4917131">
                  <a:moveTo>
                    <a:pt x="5943600" y="0"/>
                  </a:moveTo>
                  <a:lnTo>
                    <a:pt x="7968343" y="0"/>
                  </a:lnTo>
                  <a:lnTo>
                    <a:pt x="7968343" y="4917131"/>
                  </a:lnTo>
                  <a:lnTo>
                    <a:pt x="0" y="4917131"/>
                  </a:lnTo>
                  <a:lnTo>
                    <a:pt x="5943600" y="0"/>
                  </a:lnTo>
                  <a:close/>
                </a:path>
              </a:pathLst>
            </a:custGeom>
            <a:solidFill>
              <a:srgbClr val="31318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noFill/>
                </a:ln>
              </a:endParaRPr>
            </a:p>
          </p:txBody>
        </p:sp>
        <p:sp>
          <p:nvSpPr>
            <p:cNvPr id="16" name="Rectangle 5"/>
            <p:cNvSpPr/>
            <p:nvPr userDrawn="1"/>
          </p:nvSpPr>
          <p:spPr>
            <a:xfrm>
              <a:off x="41571285" y="1367073"/>
              <a:ext cx="2319915" cy="3545531"/>
            </a:xfrm>
            <a:custGeom>
              <a:avLst/>
              <a:gdLst>
                <a:gd name="connsiteX0" fmla="*/ 0 w 7968343"/>
                <a:gd name="connsiteY0" fmla="*/ 0 h 4917131"/>
                <a:gd name="connsiteX1" fmla="*/ 7968343 w 7968343"/>
                <a:gd name="connsiteY1" fmla="*/ 0 h 4917131"/>
                <a:gd name="connsiteX2" fmla="*/ 7968343 w 7968343"/>
                <a:gd name="connsiteY2" fmla="*/ 4917131 h 4917131"/>
                <a:gd name="connsiteX3" fmla="*/ 0 w 7968343"/>
                <a:gd name="connsiteY3" fmla="*/ 4917131 h 4917131"/>
                <a:gd name="connsiteX4" fmla="*/ 0 w 7968343"/>
                <a:gd name="connsiteY4" fmla="*/ 0 h 4917131"/>
                <a:gd name="connsiteX0-1" fmla="*/ 0 w 7968343"/>
                <a:gd name="connsiteY0-2" fmla="*/ 0 h 4917131"/>
                <a:gd name="connsiteX1-3" fmla="*/ 7968343 w 7968343"/>
                <a:gd name="connsiteY1-4" fmla="*/ 0 h 4917131"/>
                <a:gd name="connsiteX2-5" fmla="*/ 4931229 w 7968343"/>
                <a:gd name="connsiteY2-6" fmla="*/ 4917131 h 4917131"/>
                <a:gd name="connsiteX3-7" fmla="*/ 0 w 7968343"/>
                <a:gd name="connsiteY3-8" fmla="*/ 4917131 h 4917131"/>
                <a:gd name="connsiteX4-9" fmla="*/ 0 w 7968343"/>
                <a:gd name="connsiteY4-10" fmla="*/ 0 h 4917131"/>
                <a:gd name="connsiteX0-11" fmla="*/ 5943600 w 7968343"/>
                <a:gd name="connsiteY0-12" fmla="*/ 0 h 4917131"/>
                <a:gd name="connsiteX1-13" fmla="*/ 7968343 w 7968343"/>
                <a:gd name="connsiteY1-14" fmla="*/ 0 h 4917131"/>
                <a:gd name="connsiteX2-15" fmla="*/ 4931229 w 7968343"/>
                <a:gd name="connsiteY2-16" fmla="*/ 4917131 h 4917131"/>
                <a:gd name="connsiteX3-17" fmla="*/ 0 w 7968343"/>
                <a:gd name="connsiteY3-18" fmla="*/ 4917131 h 4917131"/>
                <a:gd name="connsiteX4-19" fmla="*/ 5943600 w 7968343"/>
                <a:gd name="connsiteY4-20" fmla="*/ 0 h 4917131"/>
                <a:gd name="connsiteX0-21" fmla="*/ 5943600 w 7968343"/>
                <a:gd name="connsiteY0-22" fmla="*/ 0 h 4917131"/>
                <a:gd name="connsiteX1-23" fmla="*/ 7968343 w 7968343"/>
                <a:gd name="connsiteY1-24" fmla="*/ 0 h 4917131"/>
                <a:gd name="connsiteX2-25" fmla="*/ 7968343 w 7968343"/>
                <a:gd name="connsiteY2-26" fmla="*/ 4917131 h 4917131"/>
                <a:gd name="connsiteX3-27" fmla="*/ 0 w 7968343"/>
                <a:gd name="connsiteY3-28" fmla="*/ 4917131 h 4917131"/>
                <a:gd name="connsiteX4-29" fmla="*/ 5943600 w 7968343"/>
                <a:gd name="connsiteY4-30" fmla="*/ 0 h 4917131"/>
                <a:gd name="connsiteX0-31" fmla="*/ 0 w 7968343"/>
                <a:gd name="connsiteY0-32" fmla="*/ 4917131 h 4917131"/>
                <a:gd name="connsiteX1-33" fmla="*/ 7968343 w 7968343"/>
                <a:gd name="connsiteY1-34" fmla="*/ 0 h 4917131"/>
                <a:gd name="connsiteX2-35" fmla="*/ 7968343 w 7968343"/>
                <a:gd name="connsiteY2-36" fmla="*/ 4917131 h 4917131"/>
                <a:gd name="connsiteX3-37" fmla="*/ 0 w 7968343"/>
                <a:gd name="connsiteY3-38" fmla="*/ 4917131 h 4917131"/>
                <a:gd name="connsiteX0-39" fmla="*/ 0 w 7968343"/>
                <a:gd name="connsiteY0-40" fmla="*/ 3512874 h 3512874"/>
                <a:gd name="connsiteX1-41" fmla="*/ 7968343 w 7968343"/>
                <a:gd name="connsiteY1-42" fmla="*/ 0 h 3512874"/>
                <a:gd name="connsiteX2-43" fmla="*/ 7968343 w 7968343"/>
                <a:gd name="connsiteY2-44" fmla="*/ 3512874 h 3512874"/>
                <a:gd name="connsiteX3-45" fmla="*/ 0 w 7968343"/>
                <a:gd name="connsiteY3-46" fmla="*/ 3512874 h 3512874"/>
                <a:gd name="connsiteX0-47" fmla="*/ 0 w 2253343"/>
                <a:gd name="connsiteY0-48" fmla="*/ 3545531 h 3545531"/>
                <a:gd name="connsiteX1-49" fmla="*/ 2253343 w 2253343"/>
                <a:gd name="connsiteY1-50" fmla="*/ 0 h 3545531"/>
                <a:gd name="connsiteX2-51" fmla="*/ 2253343 w 2253343"/>
                <a:gd name="connsiteY2-52" fmla="*/ 3512874 h 3545531"/>
                <a:gd name="connsiteX3-53" fmla="*/ 0 w 2253343"/>
                <a:gd name="connsiteY3-54" fmla="*/ 3545531 h 3545531"/>
                <a:gd name="connsiteX0-55" fmla="*/ 0 w 3135086"/>
                <a:gd name="connsiteY0-56" fmla="*/ 3545531 h 3545531"/>
                <a:gd name="connsiteX1-57" fmla="*/ 3135086 w 3135086"/>
                <a:gd name="connsiteY1-58" fmla="*/ 0 h 3545531"/>
                <a:gd name="connsiteX2-59" fmla="*/ 3135086 w 3135086"/>
                <a:gd name="connsiteY2-60" fmla="*/ 3512874 h 3545531"/>
                <a:gd name="connsiteX3-61" fmla="*/ 0 w 3135086"/>
                <a:gd name="connsiteY3-62" fmla="*/ 3545531 h 3545531"/>
                <a:gd name="connsiteX0-63" fmla="*/ 0 w 2318657"/>
                <a:gd name="connsiteY0-64" fmla="*/ 3545531 h 3545531"/>
                <a:gd name="connsiteX1-65" fmla="*/ 2318657 w 2318657"/>
                <a:gd name="connsiteY1-66" fmla="*/ 0 h 3545531"/>
                <a:gd name="connsiteX2-67" fmla="*/ 2318657 w 2318657"/>
                <a:gd name="connsiteY2-68" fmla="*/ 3512874 h 3545531"/>
                <a:gd name="connsiteX3-69" fmla="*/ 0 w 2318657"/>
                <a:gd name="connsiteY3-70" fmla="*/ 3545531 h 3545531"/>
              </a:gdLst>
              <a:ahLst/>
              <a:cxnLst>
                <a:cxn ang="0">
                  <a:pos x="connsiteX0-1" y="connsiteY0-2"/>
                </a:cxn>
                <a:cxn ang="0">
                  <a:pos x="connsiteX1-3" y="connsiteY1-4"/>
                </a:cxn>
                <a:cxn ang="0">
                  <a:pos x="connsiteX2-5" y="connsiteY2-6"/>
                </a:cxn>
                <a:cxn ang="0">
                  <a:pos x="connsiteX3-7" y="connsiteY3-8"/>
                </a:cxn>
              </a:cxnLst>
              <a:rect l="l" t="t" r="r" b="b"/>
              <a:pathLst>
                <a:path w="2318657" h="3545531">
                  <a:moveTo>
                    <a:pt x="0" y="3545531"/>
                  </a:moveTo>
                  <a:lnTo>
                    <a:pt x="2318657" y="0"/>
                  </a:lnTo>
                  <a:lnTo>
                    <a:pt x="2318657" y="3512874"/>
                  </a:lnTo>
                  <a:lnTo>
                    <a:pt x="0" y="3545531"/>
                  </a:lnTo>
                  <a:close/>
                </a:path>
              </a:pathLst>
            </a:custGeom>
            <a:solidFill>
              <a:srgbClr val="25408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noFill/>
                </a:ln>
              </a:endParaRPr>
            </a:p>
          </p:txBody>
        </p:sp>
      </p:grpSp>
      <p:graphicFrame>
        <p:nvGraphicFramePr>
          <p:cNvPr id="2" name="Table 1"/>
          <p:cNvGraphicFramePr>
            <a:graphicFrameLocks noGrp="1"/>
          </p:cNvGraphicFramePr>
          <p:nvPr userDrawn="1"/>
        </p:nvGraphicFramePr>
        <p:xfrm>
          <a:off x="-10558302" y="50891"/>
          <a:ext cx="9296401" cy="32962973"/>
        </p:xfrm>
        <a:graphic>
          <a:graphicData uri="http://schemas.openxmlformats.org/drawingml/2006/table">
            <a:tbl>
              <a:tblPr firstRow="1" bandRow="1">
                <a:tableStyleId>{5C22544A-7EE6-4342-B048-85BDC9FD1C3A}</a:tableStyleId>
              </a:tblPr>
              <a:tblGrid>
                <a:gridCol w="3986224"/>
                <a:gridCol w="5310177"/>
              </a:tblGrid>
              <a:tr h="1284441">
                <a:tc gridSpan="2">
                  <a:txBody>
                    <a:bodyPr/>
                    <a:lstStyle/>
                    <a:p>
                      <a:pPr marL="0" marR="0" indent="0" algn="ctr" defTabSz="4389120" rtl="0" eaLnBrk="1" fontAlgn="auto" latinLnBrk="0" hangingPunct="1">
                        <a:lnSpc>
                          <a:spcPct val="100000"/>
                        </a:lnSpc>
                        <a:spcBef>
                          <a:spcPts val="0"/>
                        </a:spcBef>
                        <a:spcAft>
                          <a:spcPts val="0"/>
                        </a:spcAft>
                        <a:buClrTx/>
                        <a:buSzTx/>
                        <a:buFontTx/>
                        <a:buNone/>
                        <a:defRPr/>
                      </a:pPr>
                      <a:r>
                        <a:rPr lang="en-US" sz="3600" b="0" spc="600" dirty="0">
                          <a:solidFill>
                            <a:srgbClr val="1F3A4E"/>
                          </a:solidFill>
                          <a:latin typeface="Arial Black" panose="020B0A04020102020204" pitchFamily="34" charset="0"/>
                        </a:rPr>
                        <a:t>QUICK START GUIDE</a:t>
                      </a:r>
                      <a:br>
                        <a:rPr lang="en-US" sz="3600" b="0" spc="600" dirty="0">
                          <a:solidFill>
                            <a:srgbClr val="1F3A4E"/>
                          </a:solidFill>
                          <a:latin typeface="Arial Black" panose="020B0A04020102020204" pitchFamily="34" charset="0"/>
                        </a:rPr>
                      </a:br>
                      <a:r>
                        <a:rPr lang="en-US" sz="2800" b="1" spc="0" dirty="0">
                          <a:solidFill>
                            <a:srgbClr val="FF0000"/>
                          </a:solidFill>
                          <a:latin typeface="Trebuchet MS" panose="020B0603020202020204" pitchFamily="34" charset="0"/>
                        </a:rPr>
                        <a:t>(THIS SIDEBAR WILL APPEAR ON THE POSTER)</a:t>
                      </a:r>
                      <a:endParaRPr lang="en-US" sz="3600" b="1" spc="600" dirty="0">
                        <a:solidFill>
                          <a:schemeClr val="bg1"/>
                        </a:solidFill>
                        <a:latin typeface="Trebuchet MS" panose="020B0603020202020204" pitchFamily="34" charset="0"/>
                      </a:endParaRPr>
                    </a:p>
                  </a:txBody>
                  <a:tcPr marL="213360" marR="106680" marT="137160">
                    <a:solidFill>
                      <a:srgbClr val="FFC000"/>
                    </a:solidFill>
                  </a:tcPr>
                </a:tc>
                <a:tc hMerge="1">
                  <a:tcPr/>
                </a:tc>
              </a:tr>
              <a:tr h="4065238">
                <a:tc gridSpan="2">
                  <a:txBody>
                    <a:bodyPr/>
                    <a:lstStyle/>
                    <a:p>
                      <a:pPr defTabSz="3765550"/>
                      <a:r>
                        <a:rPr lang="en-US" sz="2000" b="0" i="0" dirty="0">
                          <a:solidFill>
                            <a:srgbClr val="D9D9D9"/>
                          </a:solidFill>
                          <a:latin typeface="Arial" panose="020B0704020202020204"/>
                          <a:cs typeface="Arial" panose="020B0704020202020204"/>
                        </a:rPr>
                        <a:t>This PowerPoint template is designed to create a </a:t>
                      </a:r>
                      <a:r>
                        <a:rPr lang="en-US" sz="2000" b="1" i="0" dirty="0">
                          <a:solidFill>
                            <a:srgbClr val="FFC000"/>
                          </a:solidFill>
                          <a:latin typeface="Arial" panose="020B0704020202020204"/>
                          <a:cs typeface="Arial" panose="020B0704020202020204"/>
                        </a:rPr>
                        <a:t>36"x48" </a:t>
                      </a:r>
                      <a:r>
                        <a:rPr lang="en-US" sz="2000" b="0" i="0" dirty="0">
                          <a:solidFill>
                            <a:srgbClr val="D9D9D9"/>
                          </a:solidFill>
                          <a:latin typeface="Arial" panose="020B0704020202020204"/>
                          <a:cs typeface="Arial" panose="020B0704020202020204"/>
                        </a:rPr>
                        <a:t>research poster. Simply add your title, subtitle, text, tables, charts, and photos to customize your poster.</a:t>
                      </a:r>
                      <a:endParaRPr lang="en-US" sz="2000" b="0" i="0" dirty="0">
                        <a:solidFill>
                          <a:srgbClr val="D9D9D9"/>
                        </a:solidFill>
                        <a:latin typeface="Arial" panose="020B0704020202020204"/>
                        <a:cs typeface="Arial" panose="020B0704020202020204"/>
                      </a:endParaRPr>
                    </a:p>
                    <a:p>
                      <a:pPr defTabSz="3765550"/>
                      <a:endParaRPr lang="en-US" sz="2000" b="0" i="0" dirty="0">
                        <a:solidFill>
                          <a:srgbClr val="D9D9D9"/>
                        </a:solidFill>
                        <a:latin typeface="Arial" panose="020B0704020202020204"/>
                        <a:cs typeface="Arial" panose="020B0704020202020204"/>
                      </a:endParaRPr>
                    </a:p>
                    <a:p>
                      <a:pPr defTabSz="3765550"/>
                      <a:r>
                        <a:rPr lang="en-US" sz="2000" b="0" i="0" dirty="0">
                          <a:solidFill>
                            <a:srgbClr val="D9D9D9"/>
                          </a:solidFill>
                          <a:latin typeface="Arial" panose="020B0704020202020204"/>
                          <a:cs typeface="Arial" panose="020B0704020202020204"/>
                        </a:rPr>
                        <a:t>To assist you in the design process and address any poster-related questions, we offer a series of online tutorials. Visit </a:t>
                      </a:r>
                      <a:r>
                        <a:rPr lang="en-US" sz="2000" b="1" i="0" dirty="0" err="1">
                          <a:solidFill>
                            <a:srgbClr val="FFC000"/>
                          </a:solidFill>
                          <a:latin typeface="Arial" panose="020B0704020202020204"/>
                          <a:cs typeface="Arial" panose="020B0704020202020204"/>
                        </a:rPr>
                        <a:t>PosterPresentations.com</a:t>
                      </a:r>
                      <a:r>
                        <a:rPr lang="en-US" sz="2000" b="1" i="0" dirty="0">
                          <a:solidFill>
                            <a:srgbClr val="FFC000"/>
                          </a:solidFill>
                          <a:latin typeface="Arial" panose="020B0704020202020204"/>
                          <a:cs typeface="Arial" panose="020B0704020202020204"/>
                        </a:rPr>
                        <a:t> </a:t>
                      </a:r>
                      <a:r>
                        <a:rPr lang="en-US" sz="2000" b="0" i="0" dirty="0">
                          <a:solidFill>
                            <a:srgbClr val="D9D9D9"/>
                          </a:solidFill>
                          <a:latin typeface="Arial" panose="020B0704020202020204"/>
                          <a:cs typeface="Arial" panose="020B0704020202020204"/>
                        </a:rPr>
                        <a:t>and select the </a:t>
                      </a:r>
                      <a:r>
                        <a:rPr lang="en-US" sz="2000" b="1" i="0" dirty="0">
                          <a:solidFill>
                            <a:srgbClr val="FFC000"/>
                          </a:solidFill>
                          <a:latin typeface="Arial" panose="020B0704020202020204"/>
                          <a:cs typeface="Arial" panose="020B0704020202020204"/>
                        </a:rPr>
                        <a:t>Tutorials </a:t>
                      </a:r>
                      <a:r>
                        <a:rPr lang="en-US" sz="2000" b="0" i="0" dirty="0">
                          <a:solidFill>
                            <a:srgbClr val="D9D9D9"/>
                          </a:solidFill>
                          <a:latin typeface="Arial" panose="020B0704020202020204"/>
                          <a:cs typeface="Arial" panose="020B0704020202020204"/>
                        </a:rPr>
                        <a:t>tab for detailed guidance.</a:t>
                      </a:r>
                      <a:endParaRPr lang="en-US" sz="2000" b="0" i="0" dirty="0">
                        <a:solidFill>
                          <a:srgbClr val="D9D9D9"/>
                        </a:solidFill>
                        <a:latin typeface="Arial" panose="020B0704020202020204"/>
                        <a:cs typeface="Arial" panose="020B0704020202020204"/>
                      </a:endParaRPr>
                    </a:p>
                    <a:p>
                      <a:pPr defTabSz="3765550"/>
                      <a:endParaRPr lang="en-US" sz="2000" b="0" i="0" dirty="0">
                        <a:solidFill>
                          <a:srgbClr val="D9D9D9"/>
                        </a:solidFill>
                        <a:latin typeface="Arial" panose="020B0704020202020204"/>
                        <a:cs typeface="Arial" panose="020B0704020202020204"/>
                      </a:endParaRPr>
                    </a:p>
                    <a:p>
                      <a:pPr defTabSz="3765550"/>
                      <a:r>
                        <a:rPr lang="en-US" sz="2000" b="0" i="0" dirty="0">
                          <a:solidFill>
                            <a:srgbClr val="D9D9D9"/>
                          </a:solidFill>
                          <a:latin typeface="Arial" panose="020B0704020202020204"/>
                          <a:cs typeface="Arial" panose="020B0704020202020204"/>
                        </a:rPr>
                        <a:t>For same-day professional printing of your poster, go to </a:t>
                      </a:r>
                      <a:r>
                        <a:rPr lang="en-US" sz="2000" b="1" i="0" dirty="0" err="1">
                          <a:solidFill>
                            <a:srgbClr val="FFC000"/>
                          </a:solidFill>
                          <a:latin typeface="Arial" panose="020B0704020202020204"/>
                          <a:cs typeface="Arial" panose="020B0704020202020204"/>
                        </a:rPr>
                        <a:t>PosterPresentations.com</a:t>
                      </a:r>
                      <a:r>
                        <a:rPr lang="en-US" sz="2000" b="1" i="0" dirty="0">
                          <a:solidFill>
                            <a:srgbClr val="FFC000"/>
                          </a:solidFill>
                          <a:latin typeface="Arial" panose="020B0704020202020204"/>
                          <a:cs typeface="Arial" panose="020B0704020202020204"/>
                        </a:rPr>
                        <a:t> </a:t>
                      </a:r>
                      <a:r>
                        <a:rPr lang="en-US" sz="2000" b="0" i="0" dirty="0">
                          <a:solidFill>
                            <a:srgbClr val="D9D9D9"/>
                          </a:solidFill>
                          <a:latin typeface="Arial" panose="020B0704020202020204"/>
                          <a:cs typeface="Arial" panose="020B0704020202020204"/>
                        </a:rPr>
                        <a:t>and click on the ”</a:t>
                      </a:r>
                      <a:r>
                        <a:rPr lang="en-US" sz="2000" b="1" i="0" dirty="0">
                          <a:solidFill>
                            <a:srgbClr val="FFC000"/>
                          </a:solidFill>
                          <a:latin typeface="Arial" panose="020B0704020202020204"/>
                          <a:cs typeface="Arial" panose="020B0704020202020204"/>
                        </a:rPr>
                        <a:t>PRINT</a:t>
                      </a:r>
                      <a:r>
                        <a:rPr lang="en-US" sz="2000" b="0" i="0" dirty="0">
                          <a:solidFill>
                            <a:srgbClr val="D9D9D9"/>
                          </a:solidFill>
                          <a:latin typeface="Arial" panose="020B0704020202020204"/>
                          <a:cs typeface="Arial" panose="020B0704020202020204"/>
                        </a:rPr>
                        <a:t>” button or click on any of our poster options.</a:t>
                      </a:r>
                      <a:endParaRPr lang="en-US" sz="2000" b="0" dirty="0">
                        <a:solidFill>
                          <a:srgbClr val="D9D9D9"/>
                        </a:solidFill>
                        <a:latin typeface="Arial" panose="020B0704020202020204"/>
                        <a:cs typeface="Arial" panose="020B0704020202020204"/>
                      </a:endParaRPr>
                    </a:p>
                  </a:txBody>
                  <a:tcPr marL="213360" marR="106680" marT="137160">
                    <a:solidFill>
                      <a:srgbClr val="010101"/>
                    </a:solidFill>
                  </a:tcPr>
                </a:tc>
                <a:tc hMerge="1">
                  <a:tcPr>
                    <a:solidFill>
                      <a:schemeClr val="tx1">
                        <a:lumMod val="95000"/>
                        <a:lumOff val="5000"/>
                      </a:schemeClr>
                    </a:solidFill>
                  </a:tcPr>
                </a:tc>
              </a:tr>
              <a:tr h="4418736">
                <a:tc>
                  <a:txBody>
                    <a:bodyPr/>
                    <a:lstStyle/>
                    <a:p>
                      <a:pPr algn="ctr"/>
                      <a:endParaRPr lang="en-US" sz="2000" dirty="0">
                        <a:solidFill>
                          <a:srgbClr val="1F3A4E"/>
                        </a:solidFill>
                      </a:endParaRPr>
                    </a:p>
                    <a:p>
                      <a:pPr algn="ctr"/>
                      <a:endParaRPr lang="en-US" sz="2000" dirty="0">
                        <a:solidFill>
                          <a:srgbClr val="1F3A4E"/>
                        </a:solidFill>
                      </a:endParaRPr>
                    </a:p>
                    <a:p>
                      <a:pPr algn="ctr"/>
                      <a:r>
                        <a:rPr lang="en-US" sz="2000" dirty="0">
                          <a:solidFill>
                            <a:schemeClr val="bg1"/>
                          </a:solidFill>
                          <a:latin typeface="Arial" panose="020B0704020202020204" pitchFamily="34" charset="0"/>
                          <a:cs typeface="Arial" panose="020B0704020202020204" pitchFamily="34" charset="0"/>
                        </a:rPr>
                        <a:t>This is a template for a</a:t>
                      </a:r>
                      <a:br>
                        <a:rPr lang="en-US" sz="2000" dirty="0">
                          <a:solidFill>
                            <a:schemeClr val="bg1"/>
                          </a:solidFill>
                          <a:latin typeface="Arial" panose="020B0704020202020204" pitchFamily="34" charset="0"/>
                          <a:cs typeface="Arial" panose="020B0704020202020204" pitchFamily="34" charset="0"/>
                        </a:rPr>
                      </a:br>
                      <a:r>
                        <a:rPr lang="en-US" sz="2000" dirty="0">
                          <a:solidFill>
                            <a:schemeClr val="bg1"/>
                          </a:solidFill>
                          <a:latin typeface="Arial" panose="020B0704020202020204" pitchFamily="34" charset="0"/>
                          <a:cs typeface="Arial" panose="020B0704020202020204" pitchFamily="34" charset="0"/>
                        </a:rPr>
                        <a:t>presentation poster </a:t>
                      </a:r>
                      <a:br>
                        <a:rPr lang="en-US" sz="2000" dirty="0">
                          <a:solidFill>
                            <a:schemeClr val="bg1"/>
                          </a:solidFill>
                          <a:latin typeface="Arial" panose="020B0704020202020204" pitchFamily="34" charset="0"/>
                          <a:cs typeface="Arial" panose="020B0704020202020204" pitchFamily="34" charset="0"/>
                        </a:rPr>
                      </a:br>
                      <a:r>
                        <a:rPr lang="en-US" sz="3600" b="1" dirty="0">
                          <a:solidFill>
                            <a:srgbClr val="FFC000"/>
                          </a:solidFill>
                          <a:latin typeface="Arial" panose="020B0704020202020204" pitchFamily="34" charset="0"/>
                          <a:cs typeface="Arial" panose="020B0704020202020204" pitchFamily="34" charset="0"/>
                        </a:rPr>
                        <a:t>36 inches tall</a:t>
                      </a:r>
                      <a:br>
                        <a:rPr lang="en-US" sz="3600" b="1" dirty="0">
                          <a:solidFill>
                            <a:srgbClr val="FFC000"/>
                          </a:solidFill>
                          <a:latin typeface="Arial" panose="020B0704020202020204" pitchFamily="34" charset="0"/>
                          <a:cs typeface="Arial" panose="020B0704020202020204" pitchFamily="34" charset="0"/>
                        </a:rPr>
                      </a:br>
                      <a:r>
                        <a:rPr lang="en-US" sz="3600" b="1" dirty="0">
                          <a:solidFill>
                            <a:srgbClr val="FFC000"/>
                          </a:solidFill>
                          <a:latin typeface="Arial" panose="020B0704020202020204" pitchFamily="34" charset="0"/>
                          <a:cs typeface="Arial" panose="020B0704020202020204" pitchFamily="34" charset="0"/>
                        </a:rPr>
                        <a:t>by</a:t>
                      </a:r>
                      <a:br>
                        <a:rPr lang="en-US" sz="3600" b="1" dirty="0">
                          <a:solidFill>
                            <a:srgbClr val="FFC000"/>
                          </a:solidFill>
                          <a:latin typeface="Arial" panose="020B0704020202020204" pitchFamily="34" charset="0"/>
                          <a:cs typeface="Arial" panose="020B0704020202020204" pitchFamily="34" charset="0"/>
                        </a:rPr>
                      </a:br>
                      <a:r>
                        <a:rPr lang="en-US" sz="3600" b="1" dirty="0">
                          <a:solidFill>
                            <a:srgbClr val="FFC000"/>
                          </a:solidFill>
                          <a:latin typeface="Arial" panose="020B0704020202020204" pitchFamily="34" charset="0"/>
                          <a:cs typeface="Arial" panose="020B0704020202020204" pitchFamily="34" charset="0"/>
                        </a:rPr>
                        <a:t>56 inches wide</a:t>
                      </a:r>
                      <a:br>
                        <a:rPr lang="en-US" sz="2000" dirty="0">
                          <a:solidFill>
                            <a:schemeClr val="bg1"/>
                          </a:solidFill>
                          <a:latin typeface="Arial" panose="020B0704020202020204" pitchFamily="34" charset="0"/>
                          <a:cs typeface="Arial" panose="020B0704020202020204" pitchFamily="34" charset="0"/>
                        </a:rPr>
                      </a:br>
                      <a:endParaRPr lang="en-US" sz="2000" dirty="0">
                        <a:solidFill>
                          <a:srgbClr val="1F3A4E"/>
                        </a:solidFill>
                      </a:endParaRPr>
                    </a:p>
                  </a:txBody>
                  <a:tcPr marL="106680" marR="106680">
                    <a:solidFill>
                      <a:srgbClr val="010101"/>
                    </a:solidFill>
                  </a:tcPr>
                </a:tc>
                <a:tc>
                  <a:txBody>
                    <a:bodyPr/>
                    <a:lstStyle/>
                    <a:p>
                      <a:pPr marL="0" marR="0" indent="0" algn="l" defTabSz="4389120" rtl="0" eaLnBrk="1" fontAlgn="auto" latinLnBrk="0" hangingPunct="1">
                        <a:lnSpc>
                          <a:spcPct val="100000"/>
                        </a:lnSpc>
                        <a:spcBef>
                          <a:spcPts val="0"/>
                        </a:spcBef>
                        <a:spcAft>
                          <a:spcPts val="0"/>
                        </a:spcAft>
                        <a:buClrTx/>
                        <a:buSzTx/>
                        <a:buFontTx/>
                        <a:buNone/>
                        <a:defRPr/>
                      </a:pPr>
                      <a:r>
                        <a:rPr lang="en-US" sz="2400" b="1" baseline="0" dirty="0">
                          <a:solidFill>
                            <a:srgbClr val="FFC000"/>
                          </a:solidFill>
                          <a:latin typeface="Arial" panose="020B0704020202020204" pitchFamily="34" charset="0"/>
                          <a:cs typeface="Arial" panose="020B0704020202020204" pitchFamily="34" charset="0"/>
                        </a:rPr>
                        <a:t>Important: Check the template size</a:t>
                      </a:r>
                      <a:br>
                        <a:rPr lang="en-US" sz="2000" b="0" baseline="0" dirty="0">
                          <a:solidFill>
                            <a:srgbClr val="FFC000"/>
                          </a:solidFill>
                          <a:latin typeface="Arial" panose="020B0704020202020204" pitchFamily="34" charset="0"/>
                          <a:cs typeface="Arial" panose="020B0704020202020204" pitchFamily="34" charset="0"/>
                        </a:rPr>
                      </a:br>
                      <a:r>
                        <a:rPr lang="en-US" sz="2000" b="0" baseline="0" dirty="0">
                          <a:solidFill>
                            <a:srgbClr val="D9D9D9"/>
                          </a:solidFill>
                          <a:latin typeface="Arial" panose="020B0704020202020204" pitchFamily="34" charset="0"/>
                          <a:cs typeface="Arial" panose="020B0704020202020204" pitchFamily="34" charset="0"/>
                        </a:rPr>
                        <a:t>Before starting your poster, ensure you have downloaded the correct template size to avoid printing issues.</a:t>
                      </a:r>
                      <a:endParaRPr lang="en-US" sz="2000" b="0" baseline="0" dirty="0">
                        <a:solidFill>
                          <a:srgbClr val="D9D9D9"/>
                        </a:solidFill>
                        <a:latin typeface="Arial" panose="020B0704020202020204" pitchFamily="34" charset="0"/>
                        <a:cs typeface="Arial" panose="020B0704020202020204" pitchFamily="34" charset="0"/>
                      </a:endParaRPr>
                    </a:p>
                    <a:p>
                      <a:pPr marL="0" marR="0" indent="0" algn="l" defTabSz="4389120" rtl="0" eaLnBrk="1" fontAlgn="auto" latinLnBrk="0" hangingPunct="1">
                        <a:lnSpc>
                          <a:spcPct val="100000"/>
                        </a:lnSpc>
                        <a:spcBef>
                          <a:spcPts val="0"/>
                        </a:spcBef>
                        <a:spcAft>
                          <a:spcPts val="0"/>
                        </a:spcAft>
                        <a:buClrTx/>
                        <a:buSzTx/>
                        <a:buFontTx/>
                        <a:buNone/>
                        <a:defRPr/>
                      </a:pPr>
                      <a:endParaRPr lang="en-US" sz="2000" b="0" baseline="0" dirty="0">
                        <a:solidFill>
                          <a:srgbClr val="D9D9D9"/>
                        </a:solidFill>
                        <a:latin typeface="Arial" panose="020B0704020202020204" pitchFamily="34" charset="0"/>
                        <a:cs typeface="Arial" panose="020B0704020202020204" pitchFamily="34" charset="0"/>
                      </a:endParaRPr>
                    </a:p>
                    <a:p>
                      <a:pPr marL="0" marR="0" indent="0" algn="l" defTabSz="4389120" rtl="0" eaLnBrk="1" fontAlgn="auto" latinLnBrk="0" hangingPunct="1">
                        <a:lnSpc>
                          <a:spcPct val="100000"/>
                        </a:lnSpc>
                        <a:spcBef>
                          <a:spcPts val="0"/>
                        </a:spcBef>
                        <a:spcAft>
                          <a:spcPts val="0"/>
                        </a:spcAft>
                        <a:buClrTx/>
                        <a:buSzTx/>
                        <a:buFontTx/>
                        <a:buNone/>
                        <a:defRPr/>
                      </a:pPr>
                      <a:r>
                        <a:rPr lang="en-US" sz="2000" b="0" baseline="0" dirty="0">
                          <a:solidFill>
                            <a:srgbClr val="D9D9D9"/>
                          </a:solidFill>
                          <a:latin typeface="Arial" panose="020B0704020202020204" pitchFamily="34" charset="0"/>
                          <a:cs typeface="Arial" panose="020B0704020202020204" pitchFamily="34" charset="0"/>
                        </a:rPr>
                        <a:t>This template can also be printed in the following sizes without distortion or additional formatting:</a:t>
                      </a:r>
                      <a:br>
                        <a:rPr lang="en-US" sz="2000" b="0" baseline="0" dirty="0">
                          <a:solidFill>
                            <a:srgbClr val="D9D9D9"/>
                          </a:solidFill>
                          <a:latin typeface="Arial" panose="020B0704020202020204" pitchFamily="34" charset="0"/>
                          <a:cs typeface="Arial" panose="020B0704020202020204" pitchFamily="34" charset="0"/>
                        </a:rPr>
                      </a:br>
                      <a:r>
                        <a:rPr kumimoji="0" lang="en-US" sz="2000" b="0" i="0" u="none" strike="noStrike" kern="1200" cap="none" spc="0" normalizeH="0" baseline="0" noProof="0" dirty="0">
                          <a:ln>
                            <a:noFill/>
                          </a:ln>
                          <a:solidFill>
                            <a:srgbClr val="FFC000"/>
                          </a:solidFill>
                          <a:effectLst/>
                          <a:uLnTx/>
                          <a:uFillTx/>
                          <a:latin typeface="Arial" panose="020B0704020202020204" pitchFamily="34" charset="0"/>
                          <a:ea typeface="+mn-ea"/>
                          <a:cs typeface="Arial" panose="020B0704020202020204" pitchFamily="34" charset="0"/>
                        </a:rPr>
                        <a:t>42 tall x 65.3 wide</a:t>
                      </a:r>
                      <a:br>
                        <a:rPr kumimoji="0" lang="en-US" sz="2000" b="0" i="0" u="none" strike="noStrike" kern="1200" cap="none" spc="0" normalizeH="0" baseline="0" noProof="0" dirty="0">
                          <a:ln>
                            <a:noFill/>
                          </a:ln>
                          <a:solidFill>
                            <a:srgbClr val="FFC000"/>
                          </a:solidFill>
                          <a:effectLst/>
                          <a:uLnTx/>
                          <a:uFillTx/>
                          <a:latin typeface="Arial" panose="020B0704020202020204" pitchFamily="34" charset="0"/>
                          <a:ea typeface="+mn-ea"/>
                          <a:cs typeface="Arial" panose="020B0704020202020204" pitchFamily="34" charset="0"/>
                        </a:rPr>
                      </a:br>
                      <a:r>
                        <a:rPr kumimoji="0" lang="en-US" sz="2000" b="0" i="0" u="none" strike="noStrike" kern="1200" cap="none" spc="0" normalizeH="0" baseline="0" noProof="0" dirty="0">
                          <a:ln>
                            <a:noFill/>
                          </a:ln>
                          <a:solidFill>
                            <a:srgbClr val="FFC000"/>
                          </a:solidFill>
                          <a:effectLst/>
                          <a:uLnTx/>
                          <a:uFillTx/>
                          <a:latin typeface="Arial" panose="020B0704020202020204" pitchFamily="34" charset="0"/>
                          <a:ea typeface="+mn-ea"/>
                          <a:cs typeface="Arial" panose="020B0704020202020204" pitchFamily="34" charset="0"/>
                        </a:rPr>
                        <a:t>48 tall x 74.6 wide</a:t>
                      </a:r>
                      <a:endParaRPr lang="en-US" sz="2000" b="0" baseline="0" dirty="0">
                        <a:solidFill>
                          <a:srgbClr val="FFC000"/>
                        </a:solidFill>
                        <a:latin typeface="Arial" panose="020B0704020202020204" pitchFamily="34" charset="0"/>
                        <a:cs typeface="Arial" panose="020B0704020202020204" pitchFamily="34" charset="0"/>
                      </a:endParaRPr>
                    </a:p>
                  </a:txBody>
                  <a:tcPr marL="213360" marR="106680" marT="137160">
                    <a:solidFill>
                      <a:srgbClr val="010101"/>
                    </a:solidFill>
                  </a:tcPr>
                </a:tc>
              </a:tr>
              <a:tr h="4144547">
                <a:tc>
                  <a:txBody>
                    <a:bodyPr/>
                    <a:lstStyle/>
                    <a:p>
                      <a:endParaRPr lang="en-US" sz="2000" dirty="0">
                        <a:solidFill>
                          <a:srgbClr val="1F3A4E"/>
                        </a:solidFill>
                      </a:endParaRPr>
                    </a:p>
                  </a:txBody>
                  <a:tcPr marL="106680" marR="106680">
                    <a:blipFill rotWithShape="1">
                      <a:blip r:embed="rId2"/>
                      <a:stretch>
                        <a:fillRect/>
                      </a:stretch>
                    </a:blipFill>
                  </a:tcPr>
                </a:tc>
                <a:tc>
                  <a:txBody>
                    <a:bodyPr/>
                    <a:lstStyle/>
                    <a:p>
                      <a:pPr algn="l"/>
                      <a:r>
                        <a:rPr lang="en-US" sz="2400" b="1" baseline="0" dirty="0">
                          <a:solidFill>
                            <a:srgbClr val="FFC000"/>
                          </a:solidFill>
                          <a:latin typeface="Arial" panose="020B0704020202020204" pitchFamily="34" charset="0"/>
                          <a:cs typeface="Arial" panose="020B0704020202020204" pitchFamily="34" charset="0"/>
                        </a:rPr>
                        <a:t>How to </a:t>
                      </a:r>
                      <a:r>
                        <a:rPr lang="en-US" sz="4000" b="1" baseline="0" dirty="0">
                          <a:solidFill>
                            <a:srgbClr val="FFC000"/>
                          </a:solidFill>
                          <a:latin typeface="Arial" panose="020B0704020202020204" pitchFamily="34" charset="0"/>
                          <a:cs typeface="Arial" panose="020B0704020202020204" pitchFamily="34" charset="0"/>
                        </a:rPr>
                        <a:t>Zoom in </a:t>
                      </a:r>
                      <a:r>
                        <a:rPr lang="en-US" sz="2400" b="1" baseline="0" dirty="0">
                          <a:solidFill>
                            <a:srgbClr val="FFC000"/>
                          </a:solidFill>
                          <a:latin typeface="Arial" panose="020B0704020202020204" pitchFamily="34" charset="0"/>
                          <a:cs typeface="Arial" panose="020B0704020202020204" pitchFamily="34" charset="0"/>
                        </a:rPr>
                        <a:t>and </a:t>
                      </a:r>
                      <a:r>
                        <a:rPr lang="en-US" sz="1800" b="1" baseline="0" dirty="0">
                          <a:solidFill>
                            <a:srgbClr val="FFC000"/>
                          </a:solidFill>
                          <a:latin typeface="Arial" panose="020B0704020202020204" pitchFamily="34" charset="0"/>
                          <a:cs typeface="Arial" panose="020B0704020202020204" pitchFamily="34" charset="0"/>
                        </a:rPr>
                        <a:t>out</a:t>
                      </a:r>
                      <a:endParaRPr lang="en-US" sz="2400" b="1" baseline="0" dirty="0">
                        <a:solidFill>
                          <a:srgbClr val="FFC000"/>
                        </a:solidFill>
                        <a:latin typeface="Arial" panose="020B0704020202020204" pitchFamily="34" charset="0"/>
                        <a:cs typeface="Arial" panose="020B0704020202020204" pitchFamily="34" charset="0"/>
                      </a:endParaRPr>
                    </a:p>
                    <a:p>
                      <a:pPr algn="l"/>
                      <a:r>
                        <a:rPr lang="en-US" sz="2000" b="0" baseline="0" dirty="0">
                          <a:solidFill>
                            <a:srgbClr val="D9D9D9"/>
                          </a:solidFill>
                          <a:latin typeface="Arial" panose="020B0704020202020204" pitchFamily="34" charset="0"/>
                          <a:cs typeface="Arial" panose="020B0704020202020204" pitchFamily="34" charset="0"/>
                        </a:rPr>
                        <a:t>Use the PowerPoint zoom tool to adjust the screen magnification for comfortable viewing. PowerPoint offers two ways to zoom:</a:t>
                      </a:r>
                      <a:endParaRPr lang="en-US" sz="2000" b="0" baseline="0" dirty="0">
                        <a:solidFill>
                          <a:srgbClr val="D9D9D9"/>
                        </a:solidFill>
                        <a:latin typeface="Arial" panose="020B0704020202020204" pitchFamily="34" charset="0"/>
                        <a:cs typeface="Arial" panose="020B0704020202020204" pitchFamily="34" charset="0"/>
                      </a:endParaRPr>
                    </a:p>
                    <a:p>
                      <a:pPr algn="l"/>
                      <a:endParaRPr lang="en-US" sz="2000" b="0" baseline="0" dirty="0">
                        <a:solidFill>
                          <a:srgbClr val="D9D9D9"/>
                        </a:solidFill>
                        <a:latin typeface="Arial" panose="020B0704020202020204" pitchFamily="34" charset="0"/>
                        <a:cs typeface="Arial" panose="020B0704020202020204" pitchFamily="34" charset="0"/>
                      </a:endParaRPr>
                    </a:p>
                    <a:p>
                      <a:pPr algn="l"/>
                      <a:r>
                        <a:rPr lang="en-US" sz="2000" b="0" baseline="0" dirty="0">
                          <a:solidFill>
                            <a:srgbClr val="D9D9D9"/>
                          </a:solidFill>
                          <a:latin typeface="Arial" panose="020B0704020202020204" pitchFamily="34" charset="0"/>
                          <a:cs typeface="Arial" panose="020B0704020202020204" pitchFamily="34" charset="0"/>
                        </a:rPr>
                        <a:t>1. Click the VIEW tab in the top menu bar, then select ZOOM. Choose the zoom percentage that suits you best.</a:t>
                      </a:r>
                      <a:endParaRPr lang="en-US" sz="2000" b="0" baseline="0" dirty="0">
                        <a:solidFill>
                          <a:srgbClr val="D9D9D9"/>
                        </a:solidFill>
                        <a:latin typeface="Arial" panose="020B0704020202020204" pitchFamily="34" charset="0"/>
                        <a:cs typeface="Arial" panose="020B0704020202020204" pitchFamily="34" charset="0"/>
                      </a:endParaRPr>
                    </a:p>
                    <a:p>
                      <a:pPr algn="l"/>
                      <a:r>
                        <a:rPr lang="en-US" sz="2000" b="0" baseline="0" dirty="0">
                          <a:solidFill>
                            <a:srgbClr val="D9D9D9"/>
                          </a:solidFill>
                          <a:latin typeface="Arial" panose="020B0704020202020204" pitchFamily="34" charset="0"/>
                          <a:cs typeface="Arial" panose="020B0704020202020204" pitchFamily="34" charset="0"/>
                        </a:rPr>
                        <a:t>2. Use the zoom slider located at the bottom-right corner of the window for more flexible adjustments.</a:t>
                      </a:r>
                      <a:endParaRPr lang="en-US" sz="2000" b="0" baseline="0" dirty="0">
                        <a:solidFill>
                          <a:srgbClr val="D9D9D9"/>
                        </a:solidFill>
                        <a:latin typeface="Arial" panose="020B0704020202020204" pitchFamily="34" charset="0"/>
                        <a:cs typeface="Arial" panose="020B0704020202020204" pitchFamily="34" charset="0"/>
                      </a:endParaRPr>
                    </a:p>
                  </a:txBody>
                  <a:tcPr marL="213360" marR="106680" marT="137160">
                    <a:solidFill>
                      <a:srgbClr val="010101"/>
                    </a:solidFill>
                  </a:tcPr>
                </a:tc>
              </a:tr>
              <a:tr h="1947619">
                <a:tc gridSpan="2">
                  <a:txBody>
                    <a:bodyPr/>
                    <a:lstStyle/>
                    <a:p>
                      <a:pPr marL="0" marR="0" lvl="0" indent="0" algn="l" defTabSz="4389120" rtl="0" eaLnBrk="1" fontAlgn="auto" latinLnBrk="0" hangingPunct="1">
                        <a:lnSpc>
                          <a:spcPct val="100000"/>
                        </a:lnSpc>
                        <a:spcBef>
                          <a:spcPts val="0"/>
                        </a:spcBef>
                        <a:spcAft>
                          <a:spcPts val="0"/>
                        </a:spcAft>
                        <a:buClrTx/>
                        <a:buSzTx/>
                        <a:buFontTx/>
                        <a:buNone/>
                        <a:defRPr/>
                      </a:pPr>
                      <a:r>
                        <a:rPr lang="en-US" sz="2400" b="1" baseline="0" dirty="0">
                          <a:solidFill>
                            <a:srgbClr val="FFC000"/>
                          </a:solidFill>
                          <a:latin typeface="Arial" panose="020B0704020202020204" pitchFamily="34" charset="0"/>
                          <a:cs typeface="Arial" panose="020B0704020202020204" pitchFamily="34" charset="0"/>
                        </a:rPr>
                        <a:t>Ruler and Guides</a:t>
                      </a:r>
                      <a:br>
                        <a:rPr lang="en-US" sz="2000" b="0" baseline="0" dirty="0">
                          <a:solidFill>
                            <a:srgbClr val="FFC000"/>
                          </a:solidFill>
                          <a:latin typeface="Arial" panose="020B0704020202020204" pitchFamily="34" charset="0"/>
                          <a:cs typeface="Arial" panose="020B0704020202020204" pitchFamily="34" charset="0"/>
                        </a:rPr>
                      </a:br>
                      <a:r>
                        <a:rPr lang="en-US" sz="2000" b="0" baseline="0" dirty="0">
                          <a:solidFill>
                            <a:srgbClr val="D9D9D9"/>
                          </a:solidFill>
                          <a:latin typeface="Arial" panose="020B0704020202020204" pitchFamily="34" charset="0"/>
                          <a:cs typeface="Arial" panose="020B0704020202020204" pitchFamily="34" charset="0"/>
                        </a:rPr>
                        <a:t>The thin lines on this poster template are alignment guides. Horizontal and vertical guides help you position poster elements accurately. Text boxes and other elements will "snap" to the guides, ensuring they stay within the column boundaries.</a:t>
                      </a:r>
                      <a:endParaRPr lang="en-US" sz="2000" b="0" baseline="0" dirty="0">
                        <a:solidFill>
                          <a:srgbClr val="D9D9D9"/>
                        </a:solidFill>
                        <a:latin typeface="Arial" panose="020B0704020202020204" pitchFamily="34" charset="0"/>
                        <a:cs typeface="Arial" panose="020B0704020202020204" pitchFamily="34" charset="0"/>
                      </a:endParaRPr>
                    </a:p>
                    <a:p>
                      <a:pPr marL="0" marR="0" lvl="0" indent="0" algn="l" defTabSz="4389120" rtl="0" eaLnBrk="1" fontAlgn="auto" latinLnBrk="0" hangingPunct="1">
                        <a:lnSpc>
                          <a:spcPct val="100000"/>
                        </a:lnSpc>
                        <a:spcBef>
                          <a:spcPts val="0"/>
                        </a:spcBef>
                        <a:spcAft>
                          <a:spcPts val="0"/>
                        </a:spcAft>
                        <a:buClrTx/>
                        <a:buSzTx/>
                        <a:buFontTx/>
                        <a:buNone/>
                        <a:defRPr/>
                      </a:pPr>
                      <a:r>
                        <a:rPr lang="en-US" sz="2000" b="0" baseline="0" dirty="0">
                          <a:solidFill>
                            <a:srgbClr val="D9D9D9"/>
                          </a:solidFill>
                          <a:latin typeface="Arial" panose="020B0704020202020204" pitchFamily="34" charset="0"/>
                          <a:cs typeface="Arial" panose="020B0704020202020204" pitchFamily="34" charset="0"/>
                        </a:rPr>
                        <a:t>To hide the guides, go to the VIEW tab and uncheck the Guides box.</a:t>
                      </a:r>
                      <a:endParaRPr lang="en-US" sz="2000" b="0" baseline="0" dirty="0">
                        <a:solidFill>
                          <a:srgbClr val="D9D9D9"/>
                        </a:solidFill>
                        <a:latin typeface="Arial" panose="020B0704020202020204" pitchFamily="34" charset="0"/>
                        <a:cs typeface="Arial" panose="020B0704020202020204" pitchFamily="34" charset="0"/>
                      </a:endParaRPr>
                    </a:p>
                  </a:txBody>
                  <a:tcPr marL="106680" marR="106680">
                    <a:solidFill>
                      <a:srgbClr val="010101"/>
                    </a:solidFill>
                  </a:tcPr>
                </a:tc>
                <a:tc hMerge="1">
                  <a:tcPr marL="182880" marT="137160">
                    <a:solidFill>
                      <a:schemeClr val="tx1">
                        <a:lumMod val="95000"/>
                        <a:lumOff val="5000"/>
                      </a:schemeClr>
                    </a:solidFill>
                  </a:tcPr>
                </a:tc>
              </a:tr>
              <a:tr h="3695801">
                <a:tc>
                  <a:txBody>
                    <a:bodyPr/>
                    <a:lstStyle/>
                    <a:p>
                      <a:endParaRPr lang="en-US" sz="2000" dirty="0">
                        <a:solidFill>
                          <a:srgbClr val="1F3A4E"/>
                        </a:solidFill>
                      </a:endParaRPr>
                    </a:p>
                  </a:txBody>
                  <a:tcPr marL="106680" marR="106680">
                    <a:blipFill rotWithShape="1">
                      <a:blip r:embed="rId3"/>
                      <a:stretch>
                        <a:fillRect/>
                      </a:stretch>
                    </a:blipFill>
                  </a:tcPr>
                </a:tc>
                <a:tc>
                  <a:txBody>
                    <a:bodyPr/>
                    <a:lstStyle/>
                    <a:p>
                      <a:pPr marL="0" lvl="1" indent="0" algn="l" defTabSz="114300"/>
                      <a:r>
                        <a:rPr lang="en-US" sz="2400" b="1" baseline="0" dirty="0">
                          <a:solidFill>
                            <a:srgbClr val="FFC000"/>
                          </a:solidFill>
                          <a:latin typeface="Arial" panose="020B0704020202020204" pitchFamily="34" charset="0"/>
                          <a:cs typeface="Arial" panose="020B0704020202020204" pitchFamily="34" charset="0"/>
                        </a:rPr>
                        <a:t>Headers and text containers</a:t>
                      </a:r>
                      <a:br>
                        <a:rPr lang="en-US" sz="2000" b="0" baseline="0" dirty="0">
                          <a:solidFill>
                            <a:schemeClr val="bg1"/>
                          </a:solidFill>
                          <a:latin typeface="Arial" panose="020B0704020202020204" pitchFamily="34" charset="0"/>
                          <a:cs typeface="Arial" panose="020B0704020202020204" pitchFamily="34" charset="0"/>
                        </a:rPr>
                      </a:br>
                      <a:r>
                        <a:rPr lang="en-US" sz="2000" b="0" baseline="0" dirty="0">
                          <a:solidFill>
                            <a:schemeClr val="bg1"/>
                          </a:solidFill>
                          <a:latin typeface="Arial" panose="020B0704020202020204" pitchFamily="34" charset="0"/>
                          <a:cs typeface="Arial" panose="020B0704020202020204" pitchFamily="34" charset="0"/>
                        </a:rPr>
                        <a:t>This template includes commonly used section headers, such as Abstract, Objectives, Methods, and Results.</a:t>
                      </a:r>
                      <a:endParaRPr lang="en-US" sz="2000" b="0" baseline="0" dirty="0">
                        <a:solidFill>
                          <a:schemeClr val="bg1"/>
                        </a:solidFill>
                        <a:latin typeface="Arial" panose="020B0704020202020204" pitchFamily="34" charset="0"/>
                        <a:cs typeface="Arial" panose="020B0704020202020204" pitchFamily="34" charset="0"/>
                      </a:endParaRPr>
                    </a:p>
                    <a:p>
                      <a:pPr marL="0" lvl="1" indent="0" algn="l" defTabSz="114300"/>
                      <a:endParaRPr lang="en-US" sz="2000" b="0" baseline="0" dirty="0">
                        <a:solidFill>
                          <a:schemeClr val="bg1"/>
                        </a:solidFill>
                        <a:latin typeface="Arial" panose="020B0704020202020204" pitchFamily="34" charset="0"/>
                        <a:cs typeface="Arial" panose="020B0704020202020204" pitchFamily="34" charset="0"/>
                      </a:endParaRPr>
                    </a:p>
                    <a:p>
                      <a:pPr marL="0" lvl="1" indent="0" algn="l" defTabSz="114300"/>
                      <a:r>
                        <a:rPr lang="en-US" sz="2000" b="0" baseline="0" dirty="0">
                          <a:solidFill>
                            <a:schemeClr val="bg1"/>
                          </a:solidFill>
                          <a:latin typeface="Arial" panose="020B0704020202020204" pitchFamily="34" charset="0"/>
                          <a:cs typeface="Arial" panose="020B0704020202020204" pitchFamily="34" charset="0"/>
                        </a:rPr>
                        <a:t>Click inside a section header to add text.</a:t>
                      </a:r>
                      <a:endParaRPr lang="en-US" sz="2000" b="0" baseline="0" dirty="0">
                        <a:solidFill>
                          <a:schemeClr val="bg1"/>
                        </a:solidFill>
                        <a:latin typeface="Arial" panose="020B0704020202020204" pitchFamily="34" charset="0"/>
                        <a:cs typeface="Arial" panose="020B0704020202020204" pitchFamily="34" charset="0"/>
                      </a:endParaRPr>
                    </a:p>
                    <a:p>
                      <a:pPr marL="0" lvl="1" indent="0" algn="l" defTabSz="114300"/>
                      <a:r>
                        <a:rPr lang="en-US" sz="2000" b="0" baseline="0" dirty="0">
                          <a:solidFill>
                            <a:schemeClr val="bg1"/>
                          </a:solidFill>
                          <a:latin typeface="Arial" panose="020B0704020202020204" pitchFamily="34" charset="0"/>
                          <a:cs typeface="Arial" panose="020B0704020202020204" pitchFamily="34" charset="0"/>
                        </a:rPr>
                        <a:t>To create a new header, click the edge of the section box to outline it, then copy and paste it.</a:t>
                      </a:r>
                      <a:endParaRPr lang="en-US" sz="2000" b="0" baseline="0" dirty="0">
                        <a:solidFill>
                          <a:schemeClr val="bg1"/>
                        </a:solidFill>
                        <a:latin typeface="Arial" panose="020B0704020202020204" pitchFamily="34" charset="0"/>
                        <a:cs typeface="Arial" panose="020B0704020202020204" pitchFamily="34" charset="0"/>
                      </a:endParaRPr>
                    </a:p>
                    <a:p>
                      <a:pPr marL="0" lvl="1" indent="0" algn="l" defTabSz="114300"/>
                      <a:r>
                        <a:rPr lang="en-US" sz="2000" b="0" baseline="0" dirty="0">
                          <a:solidFill>
                            <a:schemeClr val="bg1"/>
                          </a:solidFill>
                          <a:latin typeface="Arial" panose="020B0704020202020204" pitchFamily="34" charset="0"/>
                          <a:cs typeface="Arial" panose="020B0704020202020204" pitchFamily="34" charset="0"/>
                        </a:rPr>
                        <a:t>To resize a header, click on the white circles and drag to the desired size.</a:t>
                      </a:r>
                      <a:endParaRPr lang="en-US" sz="2000" b="0" baseline="0" dirty="0">
                        <a:solidFill>
                          <a:srgbClr val="D9D9D9"/>
                        </a:solidFill>
                        <a:latin typeface="Arial" panose="020B0704020202020204" pitchFamily="34" charset="0"/>
                        <a:cs typeface="Arial" panose="020B0704020202020204" pitchFamily="34" charset="0"/>
                      </a:endParaRPr>
                    </a:p>
                  </a:txBody>
                  <a:tcPr marL="213360" marR="106680" marT="137160">
                    <a:solidFill>
                      <a:srgbClr val="010101"/>
                    </a:solidFill>
                  </a:tcPr>
                </a:tc>
              </a:tr>
              <a:tr h="3400855">
                <a:tc gridSpan="2">
                  <a:txBody>
                    <a:bodyPr/>
                    <a:lstStyle/>
                    <a:p>
                      <a:r>
                        <a:rPr lang="en-US" sz="2400" b="1" dirty="0">
                          <a:solidFill>
                            <a:srgbClr val="FFC000"/>
                          </a:solidFill>
                          <a:latin typeface="Arial" panose="020B0704020202020204" pitchFamily="34" charset="0"/>
                          <a:cs typeface="Arial" panose="020B0704020202020204" pitchFamily="34" charset="0"/>
                        </a:rPr>
                        <a:t>Adding content to the poster</a:t>
                      </a:r>
                      <a:endParaRPr lang="en-US" sz="2400" b="1" dirty="0">
                        <a:solidFill>
                          <a:srgbClr val="FFC000"/>
                        </a:solidFill>
                        <a:latin typeface="Arial" panose="020B0704020202020204" pitchFamily="34" charset="0"/>
                        <a:cs typeface="Arial" panose="020B0704020202020204" pitchFamily="34" charset="0"/>
                      </a:endParaRPr>
                    </a:p>
                    <a:p>
                      <a:r>
                        <a:rPr lang="en-US" sz="2000" baseline="0" dirty="0">
                          <a:solidFill>
                            <a:srgbClr val="D9D9D9"/>
                          </a:solidFill>
                          <a:latin typeface="Arial" panose="020B0704020202020204" pitchFamily="34" charset="0"/>
                          <a:cs typeface="Arial" panose="020B0704020202020204" pitchFamily="34" charset="0"/>
                        </a:rPr>
                        <a:t>Start by adding text to each section without worrying too much about formatting. Use the default font size initially, even if the text overflows beyond the poster’s boundaries or doesn’t completely fill the space. Add all your content, including text, graphics, and photos.</a:t>
                      </a:r>
                      <a:endParaRPr lang="en-US" sz="2000" baseline="0" dirty="0">
                        <a:solidFill>
                          <a:srgbClr val="D9D9D9"/>
                        </a:solidFill>
                        <a:latin typeface="Arial" panose="020B0704020202020204" pitchFamily="34" charset="0"/>
                        <a:cs typeface="Arial" panose="020B0704020202020204" pitchFamily="34" charset="0"/>
                      </a:endParaRPr>
                    </a:p>
                    <a:p>
                      <a:endParaRPr lang="en-US" sz="2000" baseline="0" dirty="0">
                        <a:solidFill>
                          <a:srgbClr val="D9D9D9"/>
                        </a:solidFill>
                        <a:latin typeface="Arial" panose="020B0704020202020204" pitchFamily="34" charset="0"/>
                        <a:cs typeface="Arial" panose="020B0704020202020204" pitchFamily="34" charset="0"/>
                      </a:endParaRPr>
                    </a:p>
                    <a:p>
                      <a:r>
                        <a:rPr lang="en-US" sz="2000" baseline="0" dirty="0">
                          <a:solidFill>
                            <a:srgbClr val="D9D9D9"/>
                          </a:solidFill>
                          <a:latin typeface="Arial" panose="020B0704020202020204" pitchFamily="34" charset="0"/>
                          <a:cs typeface="Arial" panose="020B0704020202020204" pitchFamily="34" charset="0"/>
                        </a:rPr>
                        <a:t>Once everything is in place, go back and adjust the size of your text, images, and other visual elements to distribute the content evenly across the poster.</a:t>
                      </a:r>
                      <a:endParaRPr lang="en-US" sz="2000" baseline="0" dirty="0">
                        <a:solidFill>
                          <a:srgbClr val="D9D9D9"/>
                        </a:solidFill>
                        <a:latin typeface="Arial" panose="020B0704020202020204" pitchFamily="34" charset="0"/>
                        <a:cs typeface="Arial" panose="020B0704020202020204" pitchFamily="34" charset="0"/>
                      </a:endParaRPr>
                    </a:p>
                    <a:p>
                      <a:endParaRPr lang="en-US" sz="2000" baseline="0" dirty="0">
                        <a:solidFill>
                          <a:srgbClr val="D9D9D9"/>
                        </a:solidFill>
                        <a:latin typeface="Arial" panose="020B0704020202020204" pitchFamily="34" charset="0"/>
                        <a:cs typeface="Arial" panose="020B0704020202020204" pitchFamily="34" charset="0"/>
                      </a:endParaRPr>
                    </a:p>
                    <a:p>
                      <a:r>
                        <a:rPr lang="en-US" sz="2000" baseline="0" dirty="0">
                          <a:solidFill>
                            <a:srgbClr val="D9D9D9"/>
                          </a:solidFill>
                          <a:latin typeface="Arial" panose="020B0704020202020204" pitchFamily="34" charset="0"/>
                          <a:cs typeface="Arial" panose="020B0704020202020204" pitchFamily="34" charset="0"/>
                        </a:rPr>
                        <a:t>Make sure everything is aligned correctly before you finalize your poster.</a:t>
                      </a:r>
                      <a:endParaRPr lang="en-US" sz="2000" baseline="0" dirty="0">
                        <a:solidFill>
                          <a:srgbClr val="D9D9D9"/>
                        </a:solidFill>
                        <a:latin typeface="Arial" panose="020B0704020202020204" pitchFamily="34" charset="0"/>
                        <a:cs typeface="Arial" panose="020B0704020202020204" pitchFamily="34" charset="0"/>
                      </a:endParaRPr>
                    </a:p>
                  </a:txBody>
                  <a:tcPr marL="106680" marR="106680">
                    <a:solidFill>
                      <a:srgbClr val="010101"/>
                    </a:solidFill>
                  </a:tcPr>
                </a:tc>
                <a:tc hMerge="1">
                  <a:tcPr marL="182880" marT="137160">
                    <a:solidFill>
                      <a:srgbClr val="010101"/>
                    </a:solidFill>
                  </a:tcPr>
                </a:tc>
              </a:tr>
              <a:tr h="2297743">
                <a:tc gridSpan="2">
                  <a:txBody>
                    <a:bodyPr/>
                    <a:lstStyle/>
                    <a:p>
                      <a:pPr marL="0" marR="0" lvl="0" indent="0" algn="l" defTabSz="1518285" rtl="0" eaLnBrk="1" fontAlgn="auto" latinLnBrk="0" hangingPunct="1">
                        <a:lnSpc>
                          <a:spcPct val="100000"/>
                        </a:lnSpc>
                        <a:spcBef>
                          <a:spcPts val="0"/>
                        </a:spcBef>
                        <a:spcAft>
                          <a:spcPts val="0"/>
                        </a:spcAft>
                        <a:buClrTx/>
                        <a:buSzTx/>
                        <a:buFontTx/>
                        <a:buNone/>
                        <a:defRPr/>
                      </a:pPr>
                      <a:r>
                        <a:rPr lang="en-US" sz="2400" b="1" noProof="0" dirty="0">
                          <a:solidFill>
                            <a:srgbClr val="FFC000"/>
                          </a:solidFill>
                          <a:latin typeface="Arial" panose="020B0704020202020204" pitchFamily="34" charset="0"/>
                          <a:cs typeface="Arial" panose="020B0704020202020204" pitchFamily="34" charset="0"/>
                        </a:rPr>
                        <a:t>Photos</a:t>
                      </a:r>
                      <a:endParaRPr lang="en-US" sz="2400" b="1" noProof="0" dirty="0">
                        <a:solidFill>
                          <a:srgbClr val="FFC000"/>
                        </a:solidFill>
                        <a:latin typeface="Arial" panose="020B0704020202020204" pitchFamily="34" charset="0"/>
                        <a:cs typeface="Arial" panose="020B0704020202020204" pitchFamily="34" charset="0"/>
                      </a:endParaRPr>
                    </a:p>
                    <a:p>
                      <a:pPr marL="0" marR="0" lvl="0" indent="0" algn="l" defTabSz="977900" rtl="0" eaLnBrk="1" fontAlgn="auto" latinLnBrk="0" hangingPunct="1">
                        <a:lnSpc>
                          <a:spcPct val="100000"/>
                        </a:lnSpc>
                        <a:spcBef>
                          <a:spcPts val="0"/>
                        </a:spcBef>
                        <a:spcAft>
                          <a:spcPts val="0"/>
                        </a:spcAft>
                        <a:buClrTx/>
                        <a:buSzTx/>
                        <a:buFontTx/>
                        <a:buNone/>
                        <a:defRPr/>
                      </a:pPr>
                      <a:r>
                        <a:rPr kumimoji="0" lang="en-US" sz="2000" b="0" i="0" u="none" strike="noStrike" kern="1200" cap="none" spc="0" normalizeH="0" baseline="0" noProof="0" dirty="0">
                          <a:ln>
                            <a:noFill/>
                          </a:ln>
                          <a:solidFill>
                            <a:srgbClr val="D9D9D9"/>
                          </a:solidFill>
                          <a:effectLst/>
                          <a:uLnTx/>
                          <a:uFillTx/>
                          <a:latin typeface="Arial" panose="020B0704020202020204"/>
                          <a:ea typeface="+mn-ea"/>
                          <a:cs typeface="Arial" panose="020B0704020202020204"/>
                        </a:rPr>
                        <a:t>To add photos, you can drag and drop them from your desktop, copy and paste, or go to INSERT &gt; PICTURES in the menu.</a:t>
                      </a:r>
                      <a:endParaRPr kumimoji="0" lang="en-US" sz="2000" b="0" i="0" u="none" strike="noStrike" kern="1200" cap="none" spc="0" normalizeH="0" baseline="0" noProof="0" dirty="0">
                        <a:ln>
                          <a:noFill/>
                        </a:ln>
                        <a:solidFill>
                          <a:srgbClr val="D9D9D9"/>
                        </a:solidFill>
                        <a:effectLst/>
                        <a:uLnTx/>
                        <a:uFillTx/>
                        <a:latin typeface="Arial" panose="020B0704020202020204"/>
                        <a:ea typeface="+mn-ea"/>
                        <a:cs typeface="Arial" panose="020B0704020202020204"/>
                      </a:endParaRPr>
                    </a:p>
                    <a:p>
                      <a:pPr marL="0" marR="0" lvl="0" indent="0" algn="l" defTabSz="977900" rtl="0" eaLnBrk="1" fontAlgn="auto" latinLnBrk="0" hangingPunct="1">
                        <a:lnSpc>
                          <a:spcPct val="100000"/>
                        </a:lnSpc>
                        <a:spcBef>
                          <a:spcPts val="0"/>
                        </a:spcBef>
                        <a:spcAft>
                          <a:spcPts val="0"/>
                        </a:spcAft>
                        <a:buClrTx/>
                        <a:buSzTx/>
                        <a:buFontTx/>
                        <a:buNone/>
                        <a:defRPr/>
                      </a:pPr>
                      <a:endParaRPr kumimoji="0" lang="en-US" sz="2000" b="0" i="0" u="none" strike="noStrike" kern="1200" cap="none" spc="0" normalizeH="0" baseline="0" noProof="0" dirty="0">
                        <a:ln>
                          <a:noFill/>
                        </a:ln>
                        <a:solidFill>
                          <a:srgbClr val="D9D9D9"/>
                        </a:solidFill>
                        <a:effectLst/>
                        <a:uLnTx/>
                        <a:uFillTx/>
                        <a:latin typeface="Arial" panose="020B0704020202020204"/>
                        <a:ea typeface="+mn-ea"/>
                        <a:cs typeface="Arial" panose="020B0704020202020204"/>
                      </a:endParaRPr>
                    </a:p>
                    <a:p>
                      <a:pPr marL="0" marR="0" lvl="0" indent="0" algn="l" defTabSz="977900" rtl="0" eaLnBrk="1" fontAlgn="auto" latinLnBrk="0" hangingPunct="1">
                        <a:lnSpc>
                          <a:spcPct val="100000"/>
                        </a:lnSpc>
                        <a:spcBef>
                          <a:spcPts val="0"/>
                        </a:spcBef>
                        <a:spcAft>
                          <a:spcPts val="0"/>
                        </a:spcAft>
                        <a:buClrTx/>
                        <a:buSzTx/>
                        <a:buFontTx/>
                        <a:buNone/>
                        <a:defRPr/>
                      </a:pPr>
                      <a:r>
                        <a:rPr kumimoji="0" lang="en-US" sz="2000" b="0" i="0" u="none" strike="noStrike" kern="1200" cap="none" spc="0" normalizeH="0" baseline="0" noProof="0" dirty="0">
                          <a:ln>
                            <a:noFill/>
                          </a:ln>
                          <a:solidFill>
                            <a:srgbClr val="D9D9D9"/>
                          </a:solidFill>
                          <a:effectLst/>
                          <a:uLnTx/>
                          <a:uFillTx/>
                          <a:latin typeface="Arial" panose="020B0704020202020204"/>
                          <a:ea typeface="+mn-ea"/>
                          <a:cs typeface="Arial" panose="020B0704020202020204"/>
                        </a:rPr>
                        <a:t>To resize images proportionally, drag one of the white corner handles (small circles or squares). The middle handles will stretch and distort your image. </a:t>
                      </a:r>
                      <a:endParaRPr kumimoji="0" lang="en-US" sz="2000" b="0" i="0" u="none" strike="noStrike" kern="1200" cap="none" spc="0" normalizeH="0" baseline="0" noProof="0" dirty="0">
                        <a:ln>
                          <a:noFill/>
                        </a:ln>
                        <a:solidFill>
                          <a:srgbClr val="D9D9D9"/>
                        </a:solidFill>
                        <a:effectLst/>
                        <a:uLnTx/>
                        <a:uFillTx/>
                        <a:latin typeface="Arial" panose="020B0704020202020204"/>
                        <a:ea typeface="+mn-ea"/>
                        <a:cs typeface="Arial" panose="020B0704020202020204"/>
                      </a:endParaRPr>
                    </a:p>
                  </a:txBody>
                  <a:tcPr marL="213360" marR="106680" marT="137160">
                    <a:solidFill>
                      <a:srgbClr val="010101"/>
                    </a:solidFill>
                  </a:tcPr>
                </a:tc>
                <a:tc hMerge="1">
                  <a:tcPr/>
                </a:tc>
              </a:tr>
              <a:tr h="2216095">
                <a:tc gridSpan="2">
                  <a:txBody>
                    <a:bodyPr/>
                    <a:lstStyle/>
                    <a:p>
                      <a:endParaRPr lang="en-US" sz="2000" dirty="0">
                        <a:solidFill>
                          <a:schemeClr val="bg1"/>
                        </a:solidFill>
                        <a:latin typeface="Arial" panose="020B0704020202020204" pitchFamily="34" charset="0"/>
                        <a:cs typeface="Arial" panose="020B0704020202020204" pitchFamily="34" charset="0"/>
                      </a:endParaRPr>
                    </a:p>
                  </a:txBody>
                  <a:tcPr marL="213360" marR="106680" marT="137160">
                    <a:blipFill rotWithShape="1">
                      <a:blip r:embed="rId4"/>
                      <a:stretch>
                        <a:fillRect/>
                      </a:stretch>
                    </a:blipFill>
                  </a:tcPr>
                </a:tc>
                <a:tc hMerge="1">
                  <a:tcPr/>
                </a:tc>
              </a:tr>
              <a:tr h="2337143">
                <a:tc gridSpan="2">
                  <a:txBody>
                    <a:bodyPr/>
                    <a:lstStyle/>
                    <a:p>
                      <a:pPr marL="0" marR="0" lvl="0" indent="0" algn="l" defTabSz="1518285" rtl="0" eaLnBrk="1" fontAlgn="auto" latinLnBrk="0" hangingPunct="1">
                        <a:lnSpc>
                          <a:spcPct val="100000"/>
                        </a:lnSpc>
                        <a:spcBef>
                          <a:spcPts val="0"/>
                        </a:spcBef>
                        <a:spcAft>
                          <a:spcPts val="0"/>
                        </a:spcAft>
                        <a:buClrTx/>
                        <a:buSzTx/>
                        <a:buFontTx/>
                        <a:buNone/>
                        <a:defRPr/>
                      </a:pPr>
                      <a:r>
                        <a:rPr lang="en-US" sz="2400" b="1" noProof="0" dirty="0">
                          <a:solidFill>
                            <a:srgbClr val="FFC000"/>
                          </a:solidFill>
                          <a:latin typeface="Arial" panose="020B0704020202020204"/>
                          <a:cs typeface="Arial" panose="020B0704020202020204"/>
                        </a:rPr>
                        <a:t>Quality check your graphics</a:t>
                      </a:r>
                      <a:endParaRPr lang="en-US" sz="2400" b="1" noProof="0" dirty="0">
                        <a:solidFill>
                          <a:srgbClr val="FFC000"/>
                        </a:solidFill>
                        <a:latin typeface="Arial" panose="020B0704020202020204"/>
                        <a:cs typeface="Arial" panose="020B0704020202020204"/>
                      </a:endParaRPr>
                    </a:p>
                    <a:p>
                      <a:pPr marL="0" marR="0" lvl="0" indent="0" algn="l" defTabSz="1518285" rtl="0" eaLnBrk="1" fontAlgn="auto" latinLnBrk="0" hangingPunct="1">
                        <a:lnSpc>
                          <a:spcPct val="100000"/>
                        </a:lnSpc>
                        <a:spcBef>
                          <a:spcPts val="0"/>
                        </a:spcBef>
                        <a:spcAft>
                          <a:spcPts val="0"/>
                        </a:spcAft>
                        <a:buClrTx/>
                        <a:buSzTx/>
                        <a:buFontTx/>
                        <a:buNone/>
                        <a:defRPr/>
                      </a:pPr>
                      <a:r>
                        <a:rPr lang="en-US" sz="2000" noProof="0" dirty="0">
                          <a:solidFill>
                            <a:srgbClr val="D9D9D9"/>
                          </a:solidFill>
                          <a:latin typeface="Arial" panose="020B0704020202020204"/>
                          <a:cs typeface="Arial" panose="020B0704020202020204"/>
                        </a:rPr>
                        <a:t>Zoom in on your images to a magnification level of 100%-200% in PowerPoint to check their clarity. This allows you to preview how the images will appear when printed. If the images look sharp and clear at this zoom level, they will likely print well without losing quality. However, if the images appear blurry or pixelated, consider using higher-resolution versions to ensure they print properly.</a:t>
                      </a:r>
                      <a:endParaRPr lang="en-US" sz="2000" noProof="0" dirty="0">
                        <a:solidFill>
                          <a:srgbClr val="D9D9D9"/>
                        </a:solidFill>
                        <a:latin typeface="Arial" panose="020B0704020202020204"/>
                        <a:cs typeface="Arial" panose="020B0704020202020204"/>
                      </a:endParaRPr>
                    </a:p>
                  </a:txBody>
                  <a:tcPr marL="213360" marR="106680" marT="137160">
                    <a:solidFill>
                      <a:srgbClr val="010101"/>
                    </a:solidFill>
                  </a:tcPr>
                </a:tc>
                <a:tc hMerge="1">
                  <a:tcPr>
                    <a:solidFill>
                      <a:schemeClr val="tx1">
                        <a:lumMod val="95000"/>
                        <a:lumOff val="5000"/>
                      </a:schemeClr>
                    </a:solidFill>
                  </a:tcPr>
                </a:tc>
              </a:tr>
              <a:tr h="3080144">
                <a:tc gridSpan="2">
                  <a:txBody>
                    <a:bodyPr/>
                    <a:lstStyle/>
                    <a:p>
                      <a:pPr marL="0" marR="0" lvl="0" indent="0" algn="l" defTabSz="1518285" rtl="0" eaLnBrk="1" fontAlgn="auto" latinLnBrk="0" hangingPunct="1">
                        <a:lnSpc>
                          <a:spcPct val="100000"/>
                        </a:lnSpc>
                        <a:spcBef>
                          <a:spcPts val="0"/>
                        </a:spcBef>
                        <a:spcAft>
                          <a:spcPts val="0"/>
                        </a:spcAft>
                        <a:buClrTx/>
                        <a:buSzTx/>
                        <a:buFontTx/>
                        <a:buNone/>
                        <a:defRPr/>
                      </a:pPr>
                      <a:endParaRPr lang="en-US" sz="2000" noProof="0" dirty="0">
                        <a:solidFill>
                          <a:schemeClr val="bg1"/>
                        </a:solidFill>
                        <a:latin typeface="Arial" panose="020B0704020202020204"/>
                        <a:cs typeface="Arial" panose="020B0704020202020204"/>
                      </a:endParaRPr>
                    </a:p>
                  </a:txBody>
                  <a:tcPr marL="213360" marR="106680" marT="137160">
                    <a:blipFill rotWithShape="1">
                      <a:blip r:embed="rId5"/>
                      <a:stretch>
                        <a:fillRect/>
                      </a:stretch>
                    </a:blipFill>
                  </a:tcPr>
                </a:tc>
                <a:tc hMerge="1">
                  <a:tcPr/>
                </a:tc>
              </a:tr>
            </a:tbl>
          </a:graphicData>
        </a:graphic>
      </p:graphicFrame>
      <p:graphicFrame>
        <p:nvGraphicFramePr>
          <p:cNvPr id="5" name="Table 4"/>
          <p:cNvGraphicFramePr>
            <a:graphicFrameLocks noGrp="1"/>
          </p:cNvGraphicFramePr>
          <p:nvPr userDrawn="1"/>
        </p:nvGraphicFramePr>
        <p:xfrm>
          <a:off x="52436183" y="0"/>
          <a:ext cx="10061067" cy="32855312"/>
        </p:xfrm>
        <a:graphic>
          <a:graphicData uri="http://schemas.openxmlformats.org/drawingml/2006/table">
            <a:tbl>
              <a:tblPr firstRow="1" bandRow="1">
                <a:tableStyleId>{5C22544A-7EE6-4342-B048-85BDC9FD1C3A}</a:tableStyleId>
              </a:tblPr>
              <a:tblGrid>
                <a:gridCol w="4499713"/>
                <a:gridCol w="687240"/>
                <a:gridCol w="4874114"/>
              </a:tblGrid>
              <a:tr h="1383946">
                <a:tc gridSpan="3">
                  <a:txBody>
                    <a:bodyPr/>
                    <a:lstStyle/>
                    <a:p>
                      <a:pPr marL="0" marR="0" indent="0" algn="ctr" defTabSz="4389120" rtl="0" eaLnBrk="1" fontAlgn="auto" latinLnBrk="0" hangingPunct="1">
                        <a:lnSpc>
                          <a:spcPct val="100000"/>
                        </a:lnSpc>
                        <a:spcBef>
                          <a:spcPts val="0"/>
                        </a:spcBef>
                        <a:spcAft>
                          <a:spcPts val="0"/>
                        </a:spcAft>
                        <a:buClrTx/>
                        <a:buSzTx/>
                        <a:buFontTx/>
                        <a:buNone/>
                        <a:defRPr/>
                      </a:pPr>
                      <a:r>
                        <a:rPr lang="en-US" sz="4000" b="0" spc="600" dirty="0">
                          <a:solidFill>
                            <a:srgbClr val="1F3A4E"/>
                          </a:solidFill>
                          <a:latin typeface="Arial Black" panose="020B0A04020102020204" pitchFamily="34" charset="0"/>
                        </a:rPr>
                        <a:t>QUICK START GUIDE</a:t>
                      </a:r>
                      <a:br>
                        <a:rPr lang="en-US" sz="4000" b="0" spc="600" dirty="0">
                          <a:solidFill>
                            <a:srgbClr val="1F3A4E"/>
                          </a:solidFill>
                          <a:latin typeface="Arial Black" panose="020B0A04020102020204" pitchFamily="34" charset="0"/>
                        </a:rPr>
                      </a:br>
                      <a:r>
                        <a:rPr lang="en-US" sz="3200" b="1" spc="0" dirty="0">
                          <a:solidFill>
                            <a:srgbClr val="FF0000"/>
                          </a:solidFill>
                          <a:latin typeface="Trebuchet MS" panose="020B0603020202020204" pitchFamily="34" charset="0"/>
                        </a:rPr>
                        <a:t>(THIS SIDEBAR WILL APPEAR ON THE POSTER)</a:t>
                      </a:r>
                      <a:endParaRPr lang="en-US" sz="4000" b="1" spc="600" dirty="0">
                        <a:solidFill>
                          <a:schemeClr val="bg1"/>
                        </a:solidFill>
                        <a:latin typeface="Trebuchet MS" panose="020B0603020202020204" pitchFamily="34" charset="0"/>
                      </a:endParaRPr>
                    </a:p>
                  </a:txBody>
                  <a:tcPr marL="213360" marR="106680" marT="137160">
                    <a:solidFill>
                      <a:srgbClr val="FFC000"/>
                    </a:solidFill>
                  </a:tcPr>
                </a:tc>
                <a:tc hMerge="1">
                  <a:tcPr/>
                </a:tc>
                <a:tc hMerge="1">
                  <a:tcPr/>
                </a:tc>
              </a:tr>
              <a:tr h="6772525">
                <a:tc>
                  <a:txBody>
                    <a:bodyPr/>
                    <a:lstStyle/>
                    <a:p>
                      <a:endParaRPr lang="en-US" sz="2000" u="none" dirty="0">
                        <a:solidFill>
                          <a:srgbClr val="FFC000"/>
                        </a:solidFill>
                      </a:endParaRPr>
                    </a:p>
                  </a:txBody>
                  <a:tcPr marL="213360" marR="106680" marT="137160">
                    <a:blipFill>
                      <a:blip r:embed="rId6"/>
                      <a:stretch>
                        <a:fillRect/>
                      </a:stretch>
                    </a:blipFill>
                  </a:tcPr>
                </a:tc>
                <a:tc gridSpan="2">
                  <a:txBody>
                    <a:bodyPr/>
                    <a:lstStyle/>
                    <a:p>
                      <a:pPr marL="0" marR="0" lvl="0" indent="0" algn="l" defTabSz="4389120" rtl="0" eaLnBrk="1" fontAlgn="auto" latinLnBrk="0" hangingPunct="1">
                        <a:lnSpc>
                          <a:spcPct val="100000"/>
                        </a:lnSpc>
                        <a:spcBef>
                          <a:spcPts val="0"/>
                        </a:spcBef>
                        <a:spcAft>
                          <a:spcPts val="0"/>
                        </a:spcAft>
                        <a:buClrTx/>
                        <a:buSzTx/>
                        <a:buFontTx/>
                        <a:buNone/>
                        <a:defRPr/>
                      </a:pPr>
                      <a:r>
                        <a:rPr kumimoji="0" lang="en-US" sz="2800" b="1" i="0" u="none" strike="noStrike" kern="1200" cap="none" spc="0" normalizeH="0" baseline="0" noProof="0" dirty="0">
                          <a:ln>
                            <a:noFill/>
                          </a:ln>
                          <a:solidFill>
                            <a:srgbClr val="FFC000"/>
                          </a:solidFill>
                          <a:effectLst/>
                          <a:uLnTx/>
                          <a:uFillTx/>
                          <a:latin typeface="Arial" panose="020B0704020202020204" pitchFamily="34" charset="0"/>
                          <a:ea typeface="+mn-ea"/>
                          <a:cs typeface="Arial" panose="020B0704020202020204" pitchFamily="34" charset="0"/>
                        </a:rPr>
                        <a:t>How to change the column layout configuration</a:t>
                      </a:r>
                      <a:endParaRPr kumimoji="0" lang="en-US" sz="2800" b="1" i="0" u="none" strike="noStrike" kern="1200" cap="none" spc="0" normalizeH="0" baseline="0" noProof="0" dirty="0">
                        <a:ln>
                          <a:noFill/>
                        </a:ln>
                        <a:solidFill>
                          <a:srgbClr val="FFC000"/>
                        </a:solidFill>
                        <a:effectLst/>
                        <a:uLnTx/>
                        <a:uFillTx/>
                        <a:latin typeface="Arial" panose="020B0704020202020204" pitchFamily="34" charset="0"/>
                        <a:ea typeface="+mn-ea"/>
                        <a:cs typeface="Arial" panose="020B0704020202020204" pitchFamily="34" charset="0"/>
                      </a:endParaRPr>
                    </a:p>
                    <a:p>
                      <a:pPr marL="0" marR="0" lvl="0" indent="0" algn="l" defTabSz="4389120" rtl="0" eaLnBrk="1" fontAlgn="auto" latinLnBrk="0" hangingPunct="1">
                        <a:lnSpc>
                          <a:spcPct val="100000"/>
                        </a:lnSpc>
                        <a:spcBef>
                          <a:spcPts val="0"/>
                        </a:spcBef>
                        <a:spcAft>
                          <a:spcPts val="0"/>
                        </a:spcAft>
                        <a:buClrTx/>
                        <a:buSzTx/>
                        <a:buFontTx/>
                        <a:buNone/>
                        <a:defRPr/>
                      </a:pPr>
                      <a:r>
                        <a:rPr kumimoji="0" lang="en-US" sz="2400" b="0" i="0" u="none" strike="noStrike" kern="1200" cap="none" spc="0" normalizeH="0" baseline="0" noProof="0" dirty="0">
                          <a:ln>
                            <a:noFill/>
                          </a:ln>
                          <a:solidFill>
                            <a:srgbClr val="D9D9D9"/>
                          </a:solidFill>
                          <a:effectLst/>
                          <a:uLnTx/>
                          <a:uFillTx/>
                          <a:latin typeface="Arial" panose="020B0704020202020204" pitchFamily="34" charset="0"/>
                          <a:ea typeface="+mn-ea"/>
                          <a:cs typeface="Arial" panose="020B0704020202020204" pitchFamily="34" charset="0"/>
                        </a:rPr>
                        <a:t>Most templates offer several layout configurations, including options for four, three, two, or one column. To change the column configuration of your poster, go to the Home tab and select Layout. A drop-down menu will display all available layout options for the template.</a:t>
                      </a:r>
                      <a:endParaRPr lang="en-US" sz="2000" u="none" dirty="0">
                        <a:solidFill>
                          <a:srgbClr val="FFC000"/>
                        </a:solidFill>
                      </a:endParaRPr>
                    </a:p>
                  </a:txBody>
                  <a:tcPr marL="213360" marR="106680" marT="137160">
                    <a:solidFill>
                      <a:schemeClr val="tx1"/>
                    </a:solidFill>
                  </a:tcPr>
                </a:tc>
                <a:tc hMerge="1">
                  <a:tcPr marL="182880" marT="137160">
                    <a:solidFill>
                      <a:schemeClr val="tx1"/>
                    </a:solidFill>
                  </a:tcPr>
                </a:tc>
              </a:tr>
              <a:tr h="2445634">
                <a:tc>
                  <a:txBody>
                    <a:bodyPr/>
                    <a:lstStyle/>
                    <a:p>
                      <a:pPr marL="0" marR="0" lvl="0" indent="0" algn="l" defTabSz="1518285" rtl="0" eaLnBrk="1" fontAlgn="auto" latinLnBrk="0" hangingPunct="1">
                        <a:lnSpc>
                          <a:spcPct val="100000"/>
                        </a:lnSpc>
                        <a:spcBef>
                          <a:spcPts val="0"/>
                        </a:spcBef>
                        <a:spcAft>
                          <a:spcPts val="0"/>
                        </a:spcAft>
                        <a:buClrTx/>
                        <a:buSzTx/>
                        <a:buFontTx/>
                        <a:buNone/>
                        <a:defRPr/>
                      </a:pPr>
                      <a:endParaRPr lang="en-US" sz="2400" noProof="0" dirty="0">
                        <a:solidFill>
                          <a:srgbClr val="D9D9D9"/>
                        </a:solidFill>
                        <a:latin typeface="Arial" panose="020B0704020202020204" pitchFamily="34" charset="0"/>
                        <a:cs typeface="Arial" panose="020B0704020202020204" pitchFamily="34" charset="0"/>
                      </a:endParaRPr>
                    </a:p>
                    <a:p>
                      <a:pPr marL="0" marR="0" lvl="0" indent="0" algn="l" defTabSz="1518285" rtl="0" eaLnBrk="1" fontAlgn="auto" latinLnBrk="0" hangingPunct="1">
                        <a:lnSpc>
                          <a:spcPct val="100000"/>
                        </a:lnSpc>
                        <a:spcBef>
                          <a:spcPts val="0"/>
                        </a:spcBef>
                        <a:spcAft>
                          <a:spcPts val="0"/>
                        </a:spcAft>
                        <a:buClrTx/>
                        <a:buSzTx/>
                        <a:buFontTx/>
                        <a:buNone/>
                        <a:defRPr/>
                      </a:pPr>
                      <a:endParaRPr lang="en-US" sz="2400" noProof="0" dirty="0">
                        <a:solidFill>
                          <a:srgbClr val="D9D9D9"/>
                        </a:solidFill>
                        <a:latin typeface="Arial" panose="020B0704020202020204" pitchFamily="34" charset="0"/>
                        <a:cs typeface="Arial" panose="020B0704020202020204" pitchFamily="34" charset="0"/>
                      </a:endParaRPr>
                    </a:p>
                    <a:p>
                      <a:pPr marL="0" marR="0" lvl="0" indent="0" algn="l" defTabSz="1518285" rtl="0" eaLnBrk="1" fontAlgn="auto" latinLnBrk="0" hangingPunct="1">
                        <a:lnSpc>
                          <a:spcPct val="100000"/>
                        </a:lnSpc>
                        <a:spcBef>
                          <a:spcPts val="0"/>
                        </a:spcBef>
                        <a:spcAft>
                          <a:spcPts val="0"/>
                        </a:spcAft>
                        <a:buClrTx/>
                        <a:buSzTx/>
                        <a:buFontTx/>
                        <a:buNone/>
                        <a:defRPr/>
                      </a:pPr>
                      <a:endParaRPr lang="en-US" sz="2400" noProof="0" dirty="0">
                        <a:solidFill>
                          <a:srgbClr val="D9D9D9"/>
                        </a:solidFill>
                        <a:latin typeface="Arial" panose="020B0704020202020204" pitchFamily="34" charset="0"/>
                        <a:cs typeface="Arial" panose="020B0704020202020204" pitchFamily="34" charset="0"/>
                      </a:endParaRPr>
                    </a:p>
                    <a:p>
                      <a:pPr marL="0" marR="0" lvl="0" indent="0" algn="l" defTabSz="1518285" rtl="0" eaLnBrk="1" fontAlgn="auto" latinLnBrk="0" hangingPunct="1">
                        <a:lnSpc>
                          <a:spcPct val="100000"/>
                        </a:lnSpc>
                        <a:spcBef>
                          <a:spcPts val="0"/>
                        </a:spcBef>
                        <a:spcAft>
                          <a:spcPts val="0"/>
                        </a:spcAft>
                        <a:buClrTx/>
                        <a:buSzTx/>
                        <a:buFontTx/>
                        <a:buNone/>
                        <a:defRPr/>
                      </a:pPr>
                      <a:endParaRPr lang="en-US" sz="2400" noProof="0" dirty="0">
                        <a:solidFill>
                          <a:srgbClr val="D9D9D9"/>
                        </a:solidFill>
                        <a:latin typeface="Arial" panose="020B0704020202020204" pitchFamily="34" charset="0"/>
                        <a:cs typeface="Arial" panose="020B0704020202020204" pitchFamily="34" charset="0"/>
                      </a:endParaRPr>
                    </a:p>
                    <a:p>
                      <a:pPr marL="0" marR="0" lvl="0" indent="0" algn="l" defTabSz="1518285" rtl="0" eaLnBrk="1" fontAlgn="auto" latinLnBrk="0" hangingPunct="1">
                        <a:lnSpc>
                          <a:spcPct val="100000"/>
                        </a:lnSpc>
                        <a:spcBef>
                          <a:spcPts val="0"/>
                        </a:spcBef>
                        <a:spcAft>
                          <a:spcPts val="0"/>
                        </a:spcAft>
                        <a:buClrTx/>
                        <a:buSzTx/>
                        <a:buFontTx/>
                        <a:buNone/>
                        <a:defRPr/>
                      </a:pPr>
                      <a:r>
                        <a:rPr lang="en-US" sz="2400" noProof="0" dirty="0">
                          <a:solidFill>
                            <a:srgbClr val="D9D9D9"/>
                          </a:solidFill>
                          <a:latin typeface="Arial" panose="020B0704020202020204" pitchFamily="34" charset="0"/>
                          <a:cs typeface="Arial" panose="020B0704020202020204" pitchFamily="34" charset="0"/>
                        </a:rPr>
                        <a:t>1. Click on the View tab, and then click Slide Master</a:t>
                      </a:r>
                      <a:endParaRPr lang="en-US" sz="2400" noProof="0" dirty="0">
                        <a:solidFill>
                          <a:srgbClr val="D9D9D9"/>
                        </a:solidFill>
                        <a:latin typeface="Arial" panose="020B0704020202020204" pitchFamily="34" charset="0"/>
                        <a:cs typeface="Arial" panose="020B0704020202020204" pitchFamily="34" charset="0"/>
                      </a:endParaRPr>
                    </a:p>
                  </a:txBody>
                  <a:tcPr marL="213360" marR="106680" marT="137160">
                    <a:blipFill>
                      <a:blip r:embed="rId7"/>
                      <a:stretch>
                        <a:fillRect/>
                      </a:stretch>
                    </a:blipFill>
                  </a:tcPr>
                </a:tc>
                <a:tc rowSpan="3" gridSpan="2">
                  <a:txBody>
                    <a:bodyPr/>
                    <a:lstStyle/>
                    <a:p>
                      <a:pPr marL="0" marR="0" lvl="0" indent="0" algn="l" defTabSz="1518285" rtl="0" eaLnBrk="1" fontAlgn="auto" latinLnBrk="0" hangingPunct="1">
                        <a:lnSpc>
                          <a:spcPct val="100000"/>
                        </a:lnSpc>
                        <a:spcBef>
                          <a:spcPts val="0"/>
                        </a:spcBef>
                        <a:spcAft>
                          <a:spcPts val="0"/>
                        </a:spcAft>
                        <a:buClrTx/>
                        <a:buSzTx/>
                        <a:buFontTx/>
                        <a:buNone/>
                        <a:defRPr/>
                      </a:pPr>
                      <a:r>
                        <a:rPr lang="en-US" sz="2800" b="1" noProof="0" dirty="0">
                          <a:solidFill>
                            <a:srgbClr val="FFC000"/>
                          </a:solidFill>
                          <a:latin typeface="Arial" panose="020B0704020202020204" pitchFamily="34" charset="0"/>
                          <a:cs typeface="Arial" panose="020B0704020202020204" pitchFamily="34" charset="0"/>
                        </a:rPr>
                        <a:t>How to delete the QUICK START GUIDE bars from the sides of this template</a:t>
                      </a:r>
                      <a:endParaRPr lang="en-US" sz="2800" b="1" noProof="0" dirty="0">
                        <a:solidFill>
                          <a:srgbClr val="FFC000"/>
                        </a:solidFill>
                        <a:latin typeface="Arial" panose="020B0704020202020204" pitchFamily="34" charset="0"/>
                        <a:cs typeface="Arial" panose="020B07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2400" noProof="0" dirty="0">
                          <a:solidFill>
                            <a:srgbClr val="D9D9D9"/>
                          </a:solidFill>
                          <a:latin typeface="Arial" panose="020B0704020202020204" pitchFamily="34" charset="0"/>
                          <a:cs typeface="Arial" panose="020B0704020202020204" pitchFamily="34" charset="0"/>
                        </a:rPr>
                        <a:t>The Quick Start Guides are positioned outside the template's printable area, so they will not appear on the printed poster.</a:t>
                      </a:r>
                      <a:endParaRPr lang="en-US" sz="2400" noProof="0" dirty="0">
                        <a:solidFill>
                          <a:srgbClr val="D9D9D9"/>
                        </a:solidFill>
                        <a:latin typeface="Arial" panose="020B0704020202020204" pitchFamily="34" charset="0"/>
                        <a:cs typeface="Arial" panose="020B07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defRPr/>
                      </a:pPr>
                      <a:endParaRPr lang="en-US" sz="2400" noProof="0" dirty="0">
                        <a:solidFill>
                          <a:srgbClr val="D9D9D9"/>
                        </a:solidFill>
                        <a:latin typeface="Arial" panose="020B0704020202020204" pitchFamily="34" charset="0"/>
                        <a:cs typeface="Arial" panose="020B07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2400" noProof="0" dirty="0">
                          <a:solidFill>
                            <a:srgbClr val="D9D9D9"/>
                          </a:solidFill>
                          <a:latin typeface="Arial" panose="020B0704020202020204" pitchFamily="34" charset="0"/>
                          <a:cs typeface="Arial" panose="020B0704020202020204" pitchFamily="34" charset="0"/>
                        </a:rPr>
                        <a:t>If you save the file as a PDF using the Save As menu, the guides will also be excluded.</a:t>
                      </a:r>
                      <a:endParaRPr lang="en-US" sz="2400" noProof="0" dirty="0">
                        <a:solidFill>
                          <a:srgbClr val="D9D9D9"/>
                        </a:solidFill>
                        <a:latin typeface="Arial" panose="020B0704020202020204" pitchFamily="34" charset="0"/>
                        <a:cs typeface="Arial" panose="020B07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defRPr/>
                      </a:pPr>
                      <a:endParaRPr lang="en-US" sz="2400" noProof="0" dirty="0">
                        <a:solidFill>
                          <a:srgbClr val="D9D9D9"/>
                        </a:solidFill>
                        <a:latin typeface="Arial" panose="020B0704020202020204" pitchFamily="34" charset="0"/>
                        <a:cs typeface="Arial" panose="020B07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2400" noProof="0" dirty="0">
                          <a:solidFill>
                            <a:srgbClr val="D9D9D9"/>
                          </a:solidFill>
                          <a:latin typeface="Arial" panose="020B0704020202020204" pitchFamily="34" charset="0"/>
                          <a:cs typeface="Arial" panose="020B0704020202020204" pitchFamily="34" charset="0"/>
                        </a:rPr>
                        <a:t>Alternatively, you can remove them directly from the Slide Master.</a:t>
                      </a:r>
                      <a:endParaRPr lang="en-US" sz="2400" noProof="0" dirty="0">
                        <a:solidFill>
                          <a:srgbClr val="D9D9D9"/>
                        </a:solidFill>
                        <a:latin typeface="Arial" panose="020B0704020202020204" pitchFamily="34" charset="0"/>
                        <a:cs typeface="Arial" panose="020B0704020202020204" pitchFamily="34" charset="0"/>
                      </a:endParaRPr>
                    </a:p>
                  </a:txBody>
                  <a:tcPr marL="213360" marR="106680" marT="137160">
                    <a:solidFill>
                      <a:srgbClr val="010101"/>
                    </a:solidFill>
                  </a:tcPr>
                </a:tc>
                <a:tc rowSpan="3" hMerge="1">
                  <a:tcPr marL="182880" marT="137160">
                    <a:solidFill>
                      <a:srgbClr val="010101"/>
                    </a:solidFill>
                  </a:tcPr>
                </a:tc>
              </a:tr>
              <a:tr h="1631081">
                <a:tc>
                  <a:txBody>
                    <a:bodyPr/>
                    <a:lstStyle/>
                    <a:p>
                      <a:pPr marL="0" marR="0" lvl="0" indent="0" algn="l" defTabSz="1518285" rtl="0" eaLnBrk="1" fontAlgn="auto" latinLnBrk="0" hangingPunct="1">
                        <a:lnSpc>
                          <a:spcPct val="100000"/>
                        </a:lnSpc>
                        <a:spcBef>
                          <a:spcPts val="0"/>
                        </a:spcBef>
                        <a:spcAft>
                          <a:spcPts val="0"/>
                        </a:spcAft>
                        <a:buClrTx/>
                        <a:buSzTx/>
                        <a:buFontTx/>
                        <a:buNone/>
                        <a:defRPr/>
                      </a:pPr>
                      <a:endParaRPr lang="en-US" sz="2400" noProof="0" dirty="0">
                        <a:solidFill>
                          <a:srgbClr val="D9D9D9"/>
                        </a:solidFill>
                        <a:latin typeface="Arial" panose="020B0704020202020204" pitchFamily="34" charset="0"/>
                        <a:cs typeface="Arial" panose="020B0704020202020204" pitchFamily="34" charset="0"/>
                      </a:endParaRPr>
                    </a:p>
                  </a:txBody>
                  <a:tcPr marL="213360" marR="106680" marT="137160">
                    <a:blipFill>
                      <a:blip r:embed="rId8"/>
                      <a:stretch>
                        <a:fillRect/>
                      </a:stretch>
                    </a:blipFill>
                  </a:tcPr>
                </a:tc>
                <a:tc vMerge="1" gridSpan="2">
                  <a:tcPr marL="182880" marT="137160">
                    <a:blipFill>
                      <a:blip r:embed="rId8"/>
                      <a:stretch>
                        <a:fillRect/>
                      </a:stretch>
                    </a:blipFill>
                  </a:tcPr>
                </a:tc>
                <a:tc vMerge="1" hMerge="1">
                  <a:tcPr/>
                </a:tc>
              </a:tr>
              <a:tr h="2727688">
                <a:tc>
                  <a:txBody>
                    <a:bodyPr/>
                    <a:lstStyle/>
                    <a:p>
                      <a:pPr marL="0" marR="0" lvl="0" indent="0" algn="l" defTabSz="1518285" rtl="0" eaLnBrk="1" fontAlgn="auto" latinLnBrk="0" hangingPunct="1">
                        <a:lnSpc>
                          <a:spcPct val="100000"/>
                        </a:lnSpc>
                        <a:spcBef>
                          <a:spcPts val="0"/>
                        </a:spcBef>
                        <a:spcAft>
                          <a:spcPts val="0"/>
                        </a:spcAft>
                        <a:buClrTx/>
                        <a:buSzTx/>
                        <a:buFontTx/>
                        <a:buNone/>
                        <a:defRPr/>
                      </a:pPr>
                      <a:r>
                        <a:rPr lang="en-US" sz="2400" noProof="0" dirty="0">
                          <a:solidFill>
                            <a:srgbClr val="D9D9D9"/>
                          </a:solidFill>
                          <a:latin typeface="Arial" panose="020B0704020202020204" pitchFamily="34" charset="0"/>
                          <a:cs typeface="Arial" panose="020B0704020202020204" pitchFamily="34" charset="0"/>
                        </a:rPr>
                        <a:t>2. Select the Master you are working on.</a:t>
                      </a:r>
                      <a:endParaRPr lang="en-US" sz="2400" noProof="0" dirty="0">
                        <a:solidFill>
                          <a:srgbClr val="D9D9D9"/>
                        </a:solidFill>
                        <a:latin typeface="Arial" panose="020B0704020202020204" pitchFamily="34" charset="0"/>
                        <a:cs typeface="Arial" panose="020B0704020202020204" pitchFamily="34" charset="0"/>
                      </a:endParaRPr>
                    </a:p>
                    <a:p>
                      <a:pPr marL="0" marR="0" lvl="0" indent="0" algn="l" defTabSz="1518285" rtl="0" eaLnBrk="1" fontAlgn="auto" latinLnBrk="0" hangingPunct="1">
                        <a:lnSpc>
                          <a:spcPct val="100000"/>
                        </a:lnSpc>
                        <a:spcBef>
                          <a:spcPts val="0"/>
                        </a:spcBef>
                        <a:spcAft>
                          <a:spcPts val="0"/>
                        </a:spcAft>
                        <a:buClrTx/>
                        <a:buSzTx/>
                        <a:buFontTx/>
                        <a:buNone/>
                        <a:defRPr/>
                      </a:pPr>
                      <a:r>
                        <a:rPr lang="en-US" sz="2400" noProof="0" dirty="0">
                          <a:solidFill>
                            <a:srgbClr val="D9D9D9"/>
                          </a:solidFill>
                          <a:latin typeface="Arial" panose="020B0704020202020204" pitchFamily="34" charset="0"/>
                          <a:cs typeface="Arial" panose="020B0704020202020204" pitchFamily="34" charset="0"/>
                        </a:rPr>
                        <a:t>3. Click on the border of the Guide box and delete.</a:t>
                      </a:r>
                      <a:br>
                        <a:rPr lang="en-US" sz="2400" noProof="0" dirty="0">
                          <a:solidFill>
                            <a:srgbClr val="D9D9D9"/>
                          </a:solidFill>
                          <a:latin typeface="Arial" panose="020B0704020202020204" pitchFamily="34" charset="0"/>
                          <a:cs typeface="Arial" panose="020B0704020202020204" pitchFamily="34" charset="0"/>
                        </a:rPr>
                      </a:br>
                      <a:r>
                        <a:rPr lang="en-US" sz="2400" noProof="0" dirty="0">
                          <a:solidFill>
                            <a:srgbClr val="D9D9D9"/>
                          </a:solidFill>
                          <a:latin typeface="Arial" panose="020B0704020202020204" pitchFamily="34" charset="0"/>
                          <a:cs typeface="Arial" panose="020B0704020202020204" pitchFamily="34" charset="0"/>
                        </a:rPr>
                        <a:t>4. IMPORTANT: Do not forget to exit the Master when finished.</a:t>
                      </a:r>
                      <a:endParaRPr lang="en-US" sz="2400" noProof="0" dirty="0">
                        <a:solidFill>
                          <a:srgbClr val="D9D9D9"/>
                        </a:solidFill>
                        <a:latin typeface="Arial" panose="020B0704020202020204" pitchFamily="34" charset="0"/>
                        <a:cs typeface="Arial" panose="020B0704020202020204" pitchFamily="34" charset="0"/>
                      </a:endParaRPr>
                    </a:p>
                  </a:txBody>
                  <a:tcPr marL="213360" marR="106680" marT="137160">
                    <a:solidFill>
                      <a:srgbClr val="010101"/>
                    </a:solidFill>
                  </a:tcPr>
                </a:tc>
                <a:tc vMerge="1" gridSpan="2">
                  <a:tcPr marL="182880" marT="137160">
                    <a:solidFill>
                      <a:srgbClr val="010101"/>
                    </a:solidFill>
                  </a:tcPr>
                </a:tc>
                <a:tc vMerge="1" hMerge="1">
                  <a:tcPr marL="182880" marT="137160">
                    <a:solidFill>
                      <a:srgbClr val="010101"/>
                    </a:solidFill>
                  </a:tcPr>
                </a:tc>
              </a:tr>
              <a:tr h="4667376">
                <a:tc>
                  <a:txBody>
                    <a:bodyPr/>
                    <a:lstStyle/>
                    <a:p>
                      <a:r>
                        <a:rPr lang="en-US" sz="2800" b="1" dirty="0">
                          <a:solidFill>
                            <a:srgbClr val="FFC000"/>
                          </a:solidFill>
                          <a:latin typeface="Arial" panose="020B0704020202020204" pitchFamily="34" charset="0"/>
                          <a:cs typeface="Arial" panose="020B0704020202020204" pitchFamily="34" charset="0"/>
                        </a:rPr>
                        <a:t>How to</a:t>
                      </a:r>
                      <a:r>
                        <a:rPr lang="en-US" sz="2800" b="1" baseline="0" dirty="0">
                          <a:solidFill>
                            <a:srgbClr val="FFC000"/>
                          </a:solidFill>
                          <a:latin typeface="Arial" panose="020B0704020202020204" pitchFamily="34" charset="0"/>
                          <a:cs typeface="Arial" panose="020B0704020202020204" pitchFamily="34" charset="0"/>
                        </a:rPr>
                        <a:t> preview your poster prior to printing</a:t>
                      </a:r>
                      <a:endParaRPr lang="en-US" sz="2800" b="1" dirty="0">
                        <a:solidFill>
                          <a:srgbClr val="FFC000"/>
                        </a:solidFill>
                        <a:latin typeface="Arial" panose="020B0704020202020204" pitchFamily="34" charset="0"/>
                        <a:cs typeface="Arial" panose="020B0704020202020204" pitchFamily="34" charset="0"/>
                      </a:endParaRPr>
                    </a:p>
                    <a:p>
                      <a:r>
                        <a:rPr lang="en-US" sz="2400" dirty="0">
                          <a:solidFill>
                            <a:srgbClr val="D9D9D9"/>
                          </a:solidFill>
                          <a:latin typeface="Arial" panose="020B0704020202020204" pitchFamily="34" charset="0"/>
                          <a:cs typeface="Arial" panose="020B0704020202020204" pitchFamily="34" charset="0"/>
                        </a:rPr>
                        <a:t>You can preview your poster at any time by pressing the </a:t>
                      </a:r>
                      <a:r>
                        <a:rPr lang="en-US" sz="2400" b="1" dirty="0">
                          <a:solidFill>
                            <a:srgbClr val="FFC000"/>
                          </a:solidFill>
                          <a:latin typeface="Arial" panose="020B0704020202020204" pitchFamily="34" charset="0"/>
                          <a:cs typeface="Arial" panose="020B0704020202020204" pitchFamily="34" charset="0"/>
                        </a:rPr>
                        <a:t>F5 key </a:t>
                      </a:r>
                      <a:r>
                        <a:rPr lang="en-US" sz="2400" dirty="0">
                          <a:solidFill>
                            <a:srgbClr val="D9D9D9"/>
                          </a:solidFill>
                          <a:latin typeface="Arial" panose="020B0704020202020204" pitchFamily="34" charset="0"/>
                          <a:cs typeface="Arial" panose="020B0704020202020204" pitchFamily="34" charset="0"/>
                        </a:rPr>
                        <a:t>on your keyboard (Windows) or by clicking on the SLIDESHOW tab. This will display your poster on the screen, showing how it will appear when printed. To exit the preview, press the </a:t>
                      </a:r>
                      <a:r>
                        <a:rPr lang="en-US" sz="2400" b="1" dirty="0">
                          <a:solidFill>
                            <a:srgbClr val="FFC000"/>
                          </a:solidFill>
                          <a:latin typeface="Arial" panose="020B0704020202020204" pitchFamily="34" charset="0"/>
                          <a:cs typeface="Arial" panose="020B0704020202020204" pitchFamily="34" charset="0"/>
                        </a:rPr>
                        <a:t>ESC</a:t>
                      </a:r>
                      <a:r>
                        <a:rPr lang="en-US" sz="2400" dirty="0">
                          <a:solidFill>
                            <a:srgbClr val="D9D9D9"/>
                          </a:solidFill>
                          <a:latin typeface="Arial" panose="020B0704020202020204" pitchFamily="34" charset="0"/>
                          <a:cs typeface="Arial" panose="020B0704020202020204" pitchFamily="34" charset="0"/>
                        </a:rPr>
                        <a:t> key.</a:t>
                      </a:r>
                      <a:endParaRPr lang="en-US" sz="2400" dirty="0">
                        <a:solidFill>
                          <a:srgbClr val="D9D9D9"/>
                        </a:solidFill>
                        <a:latin typeface="Arial" panose="020B0704020202020204" pitchFamily="34" charset="0"/>
                        <a:cs typeface="Arial" panose="020B0704020202020204" pitchFamily="34" charset="0"/>
                      </a:endParaRPr>
                    </a:p>
                  </a:txBody>
                  <a:tcPr marL="213360" marR="106680" marT="137160">
                    <a:solidFill>
                      <a:srgbClr val="010101"/>
                    </a:solidFill>
                  </a:tcPr>
                </a:tc>
                <a:tc gridSpan="2">
                  <a:txBody>
                    <a:bodyPr/>
                    <a:lstStyle/>
                    <a:p>
                      <a:pPr algn="ctr"/>
                      <a:r>
                        <a:rPr lang="en-US" sz="11500" b="1" dirty="0">
                          <a:solidFill>
                            <a:srgbClr val="D9D9D9"/>
                          </a:solidFill>
                          <a:latin typeface="Arial" panose="020B0704020202020204" pitchFamily="34" charset="0"/>
                          <a:cs typeface="Arial" panose="020B0704020202020204" pitchFamily="34" charset="0"/>
                        </a:rPr>
                        <a:t>F5</a:t>
                      </a:r>
                      <a:br>
                        <a:rPr lang="en-US" sz="11500" b="1" dirty="0">
                          <a:solidFill>
                            <a:srgbClr val="D9D9D9"/>
                          </a:solidFill>
                          <a:latin typeface="Arial" panose="020B0704020202020204" pitchFamily="34" charset="0"/>
                          <a:cs typeface="Arial" panose="020B0704020202020204" pitchFamily="34" charset="0"/>
                        </a:rPr>
                      </a:br>
                      <a:r>
                        <a:rPr lang="en-US" sz="2800" b="1" dirty="0">
                          <a:solidFill>
                            <a:srgbClr val="D9D9D9"/>
                          </a:solidFill>
                          <a:latin typeface="Arial" panose="020B0704020202020204" pitchFamily="34" charset="0"/>
                          <a:cs typeface="Arial" panose="020B0704020202020204" pitchFamily="34" charset="0"/>
                        </a:rPr>
                        <a:t>(Windows)</a:t>
                      </a:r>
                      <a:br>
                        <a:rPr lang="en-US" sz="2800" b="1" dirty="0">
                          <a:solidFill>
                            <a:srgbClr val="D9D9D9"/>
                          </a:solidFill>
                          <a:latin typeface="Arial" panose="020B0704020202020204" pitchFamily="34" charset="0"/>
                          <a:cs typeface="Arial" panose="020B0704020202020204" pitchFamily="34" charset="0"/>
                        </a:rPr>
                      </a:br>
                      <a:r>
                        <a:rPr lang="en-US" sz="2800" b="1" dirty="0">
                          <a:solidFill>
                            <a:srgbClr val="D9D9D9"/>
                          </a:solidFill>
                          <a:latin typeface="Arial" panose="020B0704020202020204" pitchFamily="34" charset="0"/>
                          <a:cs typeface="Arial" panose="020B0704020202020204" pitchFamily="34" charset="0"/>
                        </a:rPr>
                        <a:t>Or click on the SLIDESHOW tab (Mac and Windows)</a:t>
                      </a:r>
                      <a:endParaRPr lang="en-US" sz="2400" dirty="0">
                        <a:solidFill>
                          <a:srgbClr val="D9D9D9"/>
                        </a:solidFill>
                        <a:latin typeface="Arial" panose="020B0704020202020204" pitchFamily="34" charset="0"/>
                        <a:cs typeface="Arial" panose="020B0704020202020204" pitchFamily="34" charset="0"/>
                      </a:endParaRPr>
                    </a:p>
                  </a:txBody>
                  <a:tcPr marL="213360" marR="106680" marT="137160" anchor="ctr">
                    <a:solidFill>
                      <a:schemeClr val="tx1">
                        <a:lumMod val="95000"/>
                        <a:lumOff val="5000"/>
                      </a:schemeClr>
                    </a:solidFill>
                  </a:tcPr>
                </a:tc>
                <a:tc hMerge="1">
                  <a:tcPr marL="182880" marT="137160" anchor="ctr">
                    <a:solidFill>
                      <a:schemeClr val="tx1">
                        <a:lumMod val="95000"/>
                        <a:lumOff val="5000"/>
                      </a:schemeClr>
                    </a:solidFill>
                  </a:tcPr>
                </a:tc>
              </a:tr>
              <a:tr h="4765850">
                <a:tc gridSpan="3">
                  <a:txBody>
                    <a:bodyPr/>
                    <a:lstStyle/>
                    <a:p>
                      <a:pPr marL="0" marR="0" lvl="0" indent="0" algn="l" defTabSz="1518285" rtl="0" eaLnBrk="1" fontAlgn="auto" latinLnBrk="0" hangingPunct="1">
                        <a:lnSpc>
                          <a:spcPct val="100000"/>
                        </a:lnSpc>
                        <a:spcBef>
                          <a:spcPts val="0"/>
                        </a:spcBef>
                        <a:spcAft>
                          <a:spcPts val="0"/>
                        </a:spcAft>
                        <a:buClrTx/>
                        <a:buSzTx/>
                        <a:buFontTx/>
                        <a:buNone/>
                        <a:defRPr/>
                      </a:pPr>
                      <a:r>
                        <a:rPr lang="en-US" sz="2800" b="1" noProof="0" dirty="0">
                          <a:solidFill>
                            <a:srgbClr val="FFC000"/>
                          </a:solidFill>
                          <a:latin typeface="Arial" panose="020B0704020202020204"/>
                          <a:cs typeface="Arial" panose="020B0704020202020204"/>
                        </a:rPr>
                        <a:t>Printing your poster</a:t>
                      </a:r>
                      <a:endParaRPr lang="en-US" sz="2800" b="1" noProof="0" dirty="0">
                        <a:solidFill>
                          <a:srgbClr val="FFC000"/>
                        </a:solidFill>
                        <a:latin typeface="Arial" panose="020B0704020202020204"/>
                        <a:cs typeface="Arial" panose="020B0704020202020204"/>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2400" noProof="0" dirty="0">
                          <a:solidFill>
                            <a:srgbClr val="D9D9D9"/>
                          </a:solidFill>
                          <a:latin typeface="Arial" panose="020B0704020202020204"/>
                          <a:cs typeface="Arial" panose="020B0704020202020204"/>
                        </a:rPr>
                        <a:t>To print your poster, visit </a:t>
                      </a:r>
                      <a:r>
                        <a:rPr lang="en-US" sz="2400" noProof="0" dirty="0" err="1">
                          <a:solidFill>
                            <a:srgbClr val="FFC000"/>
                          </a:solidFill>
                          <a:latin typeface="Arial" panose="020B0704020202020204"/>
                          <a:cs typeface="Arial" panose="020B0704020202020204"/>
                        </a:rPr>
                        <a:t>PosterPresentations.com</a:t>
                      </a:r>
                      <a:r>
                        <a:rPr lang="en-US" sz="2400" noProof="0" dirty="0">
                          <a:solidFill>
                            <a:srgbClr val="FFC000"/>
                          </a:solidFill>
                          <a:latin typeface="Arial" panose="020B0704020202020204"/>
                          <a:cs typeface="Arial" panose="020B0704020202020204"/>
                        </a:rPr>
                        <a:t> </a:t>
                      </a:r>
                      <a:r>
                        <a:rPr lang="en-US" sz="2400" noProof="0" dirty="0">
                          <a:solidFill>
                            <a:srgbClr val="D9D9D9"/>
                          </a:solidFill>
                          <a:latin typeface="Arial" panose="020B0704020202020204"/>
                          <a:cs typeface="Arial" panose="020B0704020202020204"/>
                        </a:rPr>
                        <a:t>and click the "</a:t>
                      </a:r>
                      <a:r>
                        <a:rPr lang="en-US" sz="2400" noProof="0" dirty="0">
                          <a:solidFill>
                            <a:srgbClr val="FFC000"/>
                          </a:solidFill>
                          <a:latin typeface="Arial" panose="020B0704020202020204"/>
                          <a:cs typeface="Arial" panose="020B0704020202020204"/>
                        </a:rPr>
                        <a:t>PRINT</a:t>
                      </a:r>
                      <a:r>
                        <a:rPr lang="en-US" sz="2400" noProof="0" dirty="0">
                          <a:solidFill>
                            <a:srgbClr val="D9D9D9"/>
                          </a:solidFill>
                          <a:latin typeface="Arial" panose="020B0704020202020204"/>
                          <a:cs typeface="Arial" panose="020B0704020202020204"/>
                        </a:rPr>
                        <a:t>" button, or choose from the available poster types. Options include professional paper, fabric for convenient travel, trifold, and other printing materials.</a:t>
                      </a:r>
                      <a:endParaRPr lang="en-US" sz="2400" noProof="0" dirty="0">
                        <a:solidFill>
                          <a:srgbClr val="D9D9D9"/>
                        </a:solidFill>
                        <a:latin typeface="Arial" panose="020B0704020202020204"/>
                        <a:cs typeface="Arial" panose="020B0704020202020204"/>
                      </a:endParaRPr>
                    </a:p>
                    <a:p>
                      <a:pPr marL="0" marR="0" lvl="0" indent="0" algn="l" defTabSz="114300" rtl="0" eaLnBrk="1" fontAlgn="auto" latinLnBrk="0" hangingPunct="1">
                        <a:lnSpc>
                          <a:spcPct val="100000"/>
                        </a:lnSpc>
                        <a:spcBef>
                          <a:spcPts val="0"/>
                        </a:spcBef>
                        <a:spcAft>
                          <a:spcPts val="0"/>
                        </a:spcAft>
                        <a:buClrTx/>
                        <a:buSzTx/>
                        <a:buFontTx/>
                        <a:buNone/>
                        <a:defRPr/>
                      </a:pPr>
                      <a:endParaRPr lang="en-US" sz="2400" noProof="0" dirty="0">
                        <a:solidFill>
                          <a:srgbClr val="D9D9D9"/>
                        </a:solidFill>
                        <a:latin typeface="Arial" panose="020B0704020202020204"/>
                        <a:cs typeface="Arial" panose="020B0704020202020204"/>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2400" noProof="0" dirty="0">
                          <a:solidFill>
                            <a:srgbClr val="D9D9D9"/>
                          </a:solidFill>
                          <a:latin typeface="Arial" panose="020B0704020202020204"/>
                          <a:cs typeface="Arial" panose="020B0704020202020204"/>
                        </a:rPr>
                        <a:t>Orders placed and paid for by noon (Pacific Time) from Monday to Friday are typically processed the same day. Shipping options include Next Business Day, Second Business Day, Third Business Day, or Free Ground Delivery.</a:t>
                      </a:r>
                      <a:br>
                        <a:rPr lang="en-US" sz="2400" noProof="0" dirty="0">
                          <a:solidFill>
                            <a:srgbClr val="D9D9D9"/>
                          </a:solidFill>
                          <a:latin typeface="Arial" panose="020B0704020202020204"/>
                          <a:cs typeface="Arial" panose="020B0704020202020204"/>
                        </a:rPr>
                      </a:br>
                      <a:br>
                        <a:rPr lang="en-US" sz="2400" noProof="0" dirty="0">
                          <a:solidFill>
                            <a:srgbClr val="D9D9D9"/>
                          </a:solidFill>
                          <a:latin typeface="Arial" panose="020B0704020202020204"/>
                          <a:cs typeface="Arial" panose="020B0704020202020204"/>
                        </a:rPr>
                      </a:br>
                      <a:r>
                        <a:rPr lang="en-US" sz="2400" noProof="0" dirty="0">
                          <a:solidFill>
                            <a:srgbClr val="D9D9D9"/>
                          </a:solidFill>
                          <a:latin typeface="Arial" panose="020B0704020202020204"/>
                          <a:cs typeface="Arial" panose="020B0704020202020204"/>
                        </a:rPr>
                        <a:t>Go to </a:t>
                      </a:r>
                      <a:r>
                        <a:rPr lang="en-US" sz="2400" noProof="0" dirty="0" err="1">
                          <a:solidFill>
                            <a:srgbClr val="FFC000"/>
                          </a:solidFill>
                          <a:latin typeface="Arial" panose="020B0704020202020204"/>
                          <a:cs typeface="Arial" panose="020B0704020202020204"/>
                        </a:rPr>
                        <a:t>PosterPresentations.com</a:t>
                      </a:r>
                      <a:r>
                        <a:rPr lang="en-US" sz="2400" noProof="0" dirty="0">
                          <a:solidFill>
                            <a:srgbClr val="D9D9D9"/>
                          </a:solidFill>
                          <a:latin typeface="Arial" panose="020B0704020202020204"/>
                          <a:cs typeface="Arial" panose="020B0704020202020204"/>
                        </a:rPr>
                        <a:t> for more information.</a:t>
                      </a:r>
                      <a:endParaRPr lang="en-US" sz="2400" noProof="0" dirty="0">
                        <a:solidFill>
                          <a:srgbClr val="D9D9D9"/>
                        </a:solidFill>
                        <a:latin typeface="Arial" panose="020B0704020202020204"/>
                        <a:cs typeface="Arial" panose="020B0704020202020204"/>
                      </a:endParaRPr>
                    </a:p>
                  </a:txBody>
                  <a:tcPr marL="213360" marR="106680" marT="137160">
                    <a:solidFill>
                      <a:srgbClr val="010101"/>
                    </a:solidFill>
                  </a:tcPr>
                </a:tc>
                <a:tc hMerge="1">
                  <a:tcPr/>
                </a:tc>
                <a:tc hMerge="1">
                  <a:tcPr/>
                </a:tc>
              </a:tr>
              <a:tr h="4243070">
                <a:tc gridSpan="3">
                  <a:txBody>
                    <a:bodyPr/>
                    <a:lstStyle/>
                    <a:p>
                      <a:pPr marL="0" marR="0" lvl="0" indent="0" algn="l" defTabSz="1518285" rtl="0" eaLnBrk="1" fontAlgn="auto" latinLnBrk="0" hangingPunct="1">
                        <a:lnSpc>
                          <a:spcPct val="100000"/>
                        </a:lnSpc>
                        <a:spcBef>
                          <a:spcPts val="0"/>
                        </a:spcBef>
                        <a:spcAft>
                          <a:spcPts val="0"/>
                        </a:spcAft>
                        <a:buClrTx/>
                        <a:buSzTx/>
                        <a:buFontTx/>
                        <a:buNone/>
                        <a:defRPr/>
                      </a:pPr>
                      <a:r>
                        <a:rPr lang="en-US" sz="2800" b="1" noProof="0" dirty="0">
                          <a:solidFill>
                            <a:srgbClr val="FFC000"/>
                          </a:solidFill>
                          <a:latin typeface="Arial" panose="020B0704020202020204"/>
                          <a:cs typeface="Arial" panose="020B0704020202020204"/>
                        </a:rPr>
                        <a:t>Group printing discounts</a:t>
                      </a:r>
                      <a:endParaRPr lang="en-US" sz="2800" b="1" noProof="0" dirty="0">
                        <a:solidFill>
                          <a:srgbClr val="FFC000"/>
                        </a:solidFill>
                        <a:latin typeface="Arial" panose="020B0704020202020204"/>
                        <a:cs typeface="Arial" panose="020B0704020202020204"/>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2400" noProof="0" dirty="0">
                          <a:solidFill>
                            <a:srgbClr val="D9D9D9"/>
                          </a:solidFill>
                          <a:latin typeface="Arial" panose="020B0704020202020204"/>
                          <a:cs typeface="Arial" panose="020B0704020202020204"/>
                        </a:rPr>
                        <a:t>We provide event coordinators and conference organizers with a seamless solution for attendees’ poster printing needs. Our service offers discounted, high-quality prints with quick turnaround times and flexible options, ensuring we cater to a wide range of requirements.</a:t>
                      </a:r>
                      <a:endParaRPr lang="en-US" sz="2400" noProof="0" dirty="0">
                        <a:solidFill>
                          <a:srgbClr val="D9D9D9"/>
                        </a:solidFill>
                        <a:latin typeface="Arial" panose="020B0704020202020204"/>
                        <a:cs typeface="Arial" panose="020B0704020202020204"/>
                      </a:endParaRPr>
                    </a:p>
                    <a:p>
                      <a:pPr marL="0" marR="0" lvl="0" indent="0" algn="l" defTabSz="114300" rtl="0" eaLnBrk="1" fontAlgn="auto" latinLnBrk="0" hangingPunct="1">
                        <a:lnSpc>
                          <a:spcPct val="100000"/>
                        </a:lnSpc>
                        <a:spcBef>
                          <a:spcPts val="0"/>
                        </a:spcBef>
                        <a:spcAft>
                          <a:spcPts val="0"/>
                        </a:spcAft>
                        <a:buClrTx/>
                        <a:buSzTx/>
                        <a:buFontTx/>
                        <a:buNone/>
                        <a:defRPr/>
                      </a:pPr>
                      <a:endParaRPr lang="en-US" sz="2400" noProof="0" dirty="0">
                        <a:solidFill>
                          <a:srgbClr val="D9D9D9"/>
                        </a:solidFill>
                        <a:latin typeface="Arial" panose="020B0704020202020204"/>
                        <a:cs typeface="Arial" panose="020B0704020202020204"/>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2400" noProof="0" dirty="0">
                          <a:solidFill>
                            <a:srgbClr val="D9D9D9"/>
                          </a:solidFill>
                          <a:latin typeface="Arial" panose="020B0704020202020204"/>
                          <a:cs typeface="Arial" panose="020B0704020202020204"/>
                        </a:rPr>
                        <a:t>For more information, visit this page:</a:t>
                      </a:r>
                      <a:endParaRPr lang="en-US" sz="2400" noProof="0" dirty="0">
                        <a:solidFill>
                          <a:srgbClr val="D9D9D9"/>
                        </a:solidFill>
                        <a:latin typeface="Arial" panose="020B0704020202020204"/>
                        <a:cs typeface="Arial" panose="020B0704020202020204"/>
                      </a:endParaRPr>
                    </a:p>
                    <a:p>
                      <a:pPr marL="0" marR="0" lvl="0" indent="0" algn="l" defTabSz="114300" rtl="0" eaLnBrk="1" fontAlgn="auto" latinLnBrk="0" hangingPunct="1">
                        <a:lnSpc>
                          <a:spcPct val="100000"/>
                        </a:lnSpc>
                        <a:spcBef>
                          <a:spcPts val="0"/>
                        </a:spcBef>
                        <a:spcAft>
                          <a:spcPts val="0"/>
                        </a:spcAft>
                        <a:buClrTx/>
                        <a:buSzTx/>
                        <a:buFontTx/>
                        <a:buNone/>
                        <a:defRPr/>
                      </a:pPr>
                      <a:endParaRPr lang="en-US" sz="2400" noProof="0" dirty="0">
                        <a:solidFill>
                          <a:srgbClr val="D9D9D9"/>
                        </a:solidFill>
                        <a:latin typeface="Arial" panose="020B0704020202020204"/>
                        <a:cs typeface="Arial" panose="020B0704020202020204"/>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2400" noProof="0" dirty="0">
                          <a:solidFill>
                            <a:srgbClr val="FFC000"/>
                          </a:solidFill>
                          <a:latin typeface="Arial" panose="020B0704020202020204"/>
                          <a:cs typeface="Arial" panose="020B0704020202020204"/>
                        </a:rPr>
                        <a:t>https://</a:t>
                      </a:r>
                      <a:r>
                        <a:rPr lang="en-US" sz="2400" noProof="0" dirty="0" err="1">
                          <a:solidFill>
                            <a:srgbClr val="FFC000"/>
                          </a:solidFill>
                          <a:latin typeface="Arial" panose="020B0704020202020204"/>
                          <a:cs typeface="Arial" panose="020B0704020202020204"/>
                        </a:rPr>
                        <a:t>www.posterpresentations.com</a:t>
                      </a:r>
                      <a:r>
                        <a:rPr lang="en-US" sz="2400" noProof="0" dirty="0">
                          <a:solidFill>
                            <a:srgbClr val="FFC000"/>
                          </a:solidFill>
                          <a:latin typeface="Arial" panose="020B0704020202020204"/>
                          <a:cs typeface="Arial" panose="020B0704020202020204"/>
                        </a:rPr>
                        <a:t>/poster-presentation-services-for-conferences-and-</a:t>
                      </a:r>
                      <a:r>
                        <a:rPr lang="en-US" sz="2400" noProof="0" dirty="0" err="1">
                          <a:solidFill>
                            <a:srgbClr val="FFC000"/>
                          </a:solidFill>
                          <a:latin typeface="Arial" panose="020B0704020202020204"/>
                          <a:cs typeface="Arial" panose="020B0704020202020204"/>
                        </a:rPr>
                        <a:t>events.html</a:t>
                      </a:r>
                      <a:endParaRPr lang="en-US" sz="2400" noProof="0" dirty="0">
                        <a:solidFill>
                          <a:srgbClr val="FFC000"/>
                        </a:solidFill>
                        <a:latin typeface="Arial" panose="020B0704020202020204"/>
                        <a:cs typeface="Arial" panose="020B0704020202020204"/>
                      </a:endParaRPr>
                    </a:p>
                    <a:p>
                      <a:pPr marL="0" marR="0" lvl="0" indent="0" algn="l" defTabSz="114300" rtl="0" eaLnBrk="1" fontAlgn="auto" latinLnBrk="0" hangingPunct="1">
                        <a:lnSpc>
                          <a:spcPct val="100000"/>
                        </a:lnSpc>
                        <a:spcBef>
                          <a:spcPts val="0"/>
                        </a:spcBef>
                        <a:spcAft>
                          <a:spcPts val="0"/>
                        </a:spcAft>
                        <a:buClrTx/>
                        <a:buSzTx/>
                        <a:buFontTx/>
                        <a:buNone/>
                        <a:defRPr/>
                      </a:pPr>
                      <a:endParaRPr lang="en-US" sz="2400" noProof="0" dirty="0">
                        <a:solidFill>
                          <a:srgbClr val="FFC000"/>
                        </a:solidFill>
                        <a:latin typeface="Arial" panose="020B0704020202020204"/>
                        <a:cs typeface="Arial" panose="020B0704020202020204"/>
                      </a:endParaRPr>
                    </a:p>
                  </a:txBody>
                  <a:tcPr marL="213360" marR="106680" marT="137160">
                    <a:solidFill>
                      <a:srgbClr val="010101"/>
                    </a:solidFill>
                  </a:tcPr>
                </a:tc>
                <a:tc hMerge="1">
                  <a:tcPr/>
                </a:tc>
                <a:tc hMerge="1">
                  <a:tcPr/>
                </a:tc>
              </a:tr>
              <a:tr h="1620960">
                <a:tc gridSpan="3">
                  <a:txBody>
                    <a:bodyPr/>
                    <a:lstStyle/>
                    <a:p>
                      <a:endParaRPr lang="en-US" sz="2400" dirty="0">
                        <a:solidFill>
                          <a:srgbClr val="1F3A4E"/>
                        </a:solidFill>
                      </a:endParaRPr>
                    </a:p>
                  </a:txBody>
                  <a:tcPr marL="213360" marR="106680" marT="137160">
                    <a:blipFill dpi="0" rotWithShape="1">
                      <a:blip r:embed="rId9"/>
                      <a:srcRect/>
                      <a:stretch>
                        <a:fillRect/>
                      </a:stretch>
                    </a:blipFill>
                  </a:tcPr>
                </a:tc>
                <a:tc hMerge="1">
                  <a:tcPr/>
                </a:tc>
                <a:tc hMerge="1">
                  <a:tcPr/>
                </a:tc>
              </a:tr>
              <a:tr h="2530996">
                <a:tc gridSpan="2">
                  <a:txBody>
                    <a:bodyPr/>
                    <a:lstStyle/>
                    <a:p>
                      <a:pPr>
                        <a:lnSpc>
                          <a:spcPts val="2600"/>
                        </a:lnSpc>
                      </a:pPr>
                      <a:r>
                        <a:rPr lang="en-US" sz="2000" dirty="0">
                          <a:solidFill>
                            <a:schemeClr val="bg1">
                              <a:lumMod val="85000"/>
                            </a:schemeClr>
                          </a:solidFill>
                          <a:latin typeface="Arial" panose="020B0704020202020204"/>
                          <a:cs typeface="Arial" panose="020B0704020202020204"/>
                        </a:rPr>
                        <a:t>© 2025</a:t>
                      </a:r>
                      <a:r>
                        <a:rPr lang="en-US" sz="2000" baseline="0" dirty="0">
                          <a:solidFill>
                            <a:schemeClr val="bg1">
                              <a:lumMod val="85000"/>
                            </a:schemeClr>
                          </a:solidFill>
                          <a:latin typeface="Arial" panose="020B0704020202020204"/>
                          <a:cs typeface="Arial" panose="020B0704020202020204"/>
                        </a:rPr>
                        <a:t> </a:t>
                      </a:r>
                      <a:r>
                        <a:rPr lang="en-US" sz="2000" dirty="0" err="1">
                          <a:solidFill>
                            <a:schemeClr val="bg1">
                              <a:lumMod val="85000"/>
                            </a:schemeClr>
                          </a:solidFill>
                          <a:latin typeface="Arial" panose="020B0704020202020204"/>
                          <a:cs typeface="Arial" panose="020B0704020202020204"/>
                        </a:rPr>
                        <a:t>PosterPresentations.com</a:t>
                      </a:r>
                      <a:br>
                        <a:rPr lang="en-US" sz="2000" dirty="0">
                          <a:solidFill>
                            <a:schemeClr val="bg1">
                              <a:lumMod val="85000"/>
                            </a:schemeClr>
                          </a:solidFill>
                          <a:latin typeface="Arial" panose="020B0704020202020204"/>
                          <a:cs typeface="Arial" panose="020B0704020202020204"/>
                        </a:rPr>
                      </a:br>
                      <a:r>
                        <a:rPr lang="en-US" sz="2000" dirty="0">
                          <a:solidFill>
                            <a:schemeClr val="bg1">
                              <a:lumMod val="85000"/>
                            </a:schemeClr>
                          </a:solidFill>
                          <a:latin typeface="Arial" panose="020B0704020202020204"/>
                          <a:cs typeface="Arial" panose="020B0704020202020204"/>
                        </a:rPr>
                        <a:t>2117 Fourth Street ,</a:t>
                      </a:r>
                      <a:r>
                        <a:rPr lang="en-US" sz="2000" baseline="0" dirty="0">
                          <a:solidFill>
                            <a:schemeClr val="bg1">
                              <a:lumMod val="85000"/>
                            </a:schemeClr>
                          </a:solidFill>
                          <a:latin typeface="Arial" panose="020B0704020202020204"/>
                          <a:cs typeface="Arial" panose="020B0704020202020204"/>
                        </a:rPr>
                        <a:t> STE C        </a:t>
                      </a:r>
                      <a:endParaRPr lang="en-US" sz="2000" baseline="0" dirty="0">
                        <a:solidFill>
                          <a:schemeClr val="bg1">
                            <a:lumMod val="85000"/>
                          </a:schemeClr>
                        </a:solidFill>
                        <a:latin typeface="Arial" panose="020B0704020202020204"/>
                        <a:cs typeface="Arial" panose="020B0704020202020204"/>
                      </a:endParaRPr>
                    </a:p>
                    <a:p>
                      <a:pPr>
                        <a:lnSpc>
                          <a:spcPts val="2600"/>
                        </a:lnSpc>
                      </a:pPr>
                      <a:r>
                        <a:rPr lang="en-US" sz="2000" baseline="0" dirty="0">
                          <a:solidFill>
                            <a:schemeClr val="bg1">
                              <a:lumMod val="85000"/>
                            </a:schemeClr>
                          </a:solidFill>
                          <a:latin typeface="Arial" panose="020B0704020202020204"/>
                          <a:cs typeface="Arial" panose="020B0704020202020204"/>
                        </a:rPr>
                        <a:t>Berkeley CA 94710 USA</a:t>
                      </a:r>
                      <a:endParaRPr lang="en-US" sz="2000" dirty="0">
                        <a:solidFill>
                          <a:schemeClr val="bg1">
                            <a:lumMod val="85000"/>
                          </a:schemeClr>
                        </a:solidFill>
                        <a:latin typeface="Arial" panose="020B0704020202020204"/>
                        <a:cs typeface="Arial" panose="020B0704020202020204"/>
                      </a:endParaRPr>
                    </a:p>
                  </a:txBody>
                  <a:tcPr marL="213360" marR="106680" marT="137160">
                    <a:solidFill>
                      <a:srgbClr val="010101"/>
                    </a:solidFill>
                  </a:tcPr>
                </a:tc>
                <a:tc hMerge="1">
                  <a:tcPr marL="182880" marT="137160">
                    <a:solidFill>
                      <a:srgbClr val="010101"/>
                    </a:solidFill>
                  </a:tcPr>
                </a:tc>
                <a:tc>
                  <a:txBody>
                    <a:bodyPr/>
                    <a:lstStyle/>
                    <a:p>
                      <a:r>
                        <a:rPr lang="en-US" sz="1800" dirty="0">
                          <a:solidFill>
                            <a:schemeClr val="bg1"/>
                          </a:solidFill>
                          <a:latin typeface="Arial" panose="020B0704020202020204"/>
                          <a:cs typeface="Arial" panose="020B0704020202020204"/>
                        </a:rPr>
                        <a:t>For additional help, visit our online tutorials at </a:t>
                      </a:r>
                      <a:r>
                        <a:rPr lang="en-US" sz="1400" dirty="0">
                          <a:solidFill>
                            <a:schemeClr val="bg1"/>
                          </a:solidFill>
                          <a:latin typeface="Arial" panose="020B0704020202020204"/>
                          <a:cs typeface="Arial" panose="020B0704020202020204"/>
                        </a:rPr>
                        <a:t>https://</a:t>
                      </a:r>
                      <a:r>
                        <a:rPr lang="en-US" sz="1400" dirty="0" err="1">
                          <a:solidFill>
                            <a:schemeClr val="bg1"/>
                          </a:solidFill>
                          <a:latin typeface="Arial" panose="020B0704020202020204"/>
                          <a:cs typeface="Arial" panose="020B0704020202020204"/>
                        </a:rPr>
                        <a:t>www.posterpresentations.com</a:t>
                      </a:r>
                      <a:r>
                        <a:rPr lang="en-US" sz="1400" dirty="0">
                          <a:solidFill>
                            <a:schemeClr val="bg1"/>
                          </a:solidFill>
                          <a:latin typeface="Arial" panose="020B0704020202020204"/>
                          <a:cs typeface="Arial" panose="020B0704020202020204"/>
                        </a:rPr>
                        <a:t>/</a:t>
                      </a:r>
                      <a:r>
                        <a:rPr lang="en-US" sz="1400" dirty="0" err="1">
                          <a:solidFill>
                            <a:schemeClr val="bg1"/>
                          </a:solidFill>
                          <a:latin typeface="Arial" panose="020B0704020202020204"/>
                          <a:cs typeface="Arial" panose="020B0704020202020204"/>
                        </a:rPr>
                        <a:t>helpdesk.html</a:t>
                      </a:r>
                      <a:endParaRPr lang="en-US" dirty="0"/>
                    </a:p>
                  </a:txBody>
                  <a:tcPr marL="213360" marR="106680" marT="137160">
                    <a:solidFill>
                      <a:srgbClr val="010101"/>
                    </a:solidFill>
                  </a:tcPr>
                </a:tc>
              </a:tr>
            </a:tbl>
          </a:graphicData>
        </a:graphic>
      </p:graphicFrame>
    </p:spTree>
  </p:cSld>
  <p:clrMap bg1="lt1" tx1="dk1" bg2="lt2" tx2="dk2" accent1="accent1" accent2="accent2" accent3="accent3" accent4="accent4" accent5="accent5" accent6="accent6" hlink="hlink" folHlink="folHlink"/>
  <p:sldLayoutIdLst>
    <p:sldLayoutId id="2147483651" r:id="rId1"/>
  </p:sldLayoutIdLst>
  <p:txStyles>
    <p:titleStyle>
      <a:lvl1pPr algn="ctr" defTabSz="5120640" rtl="0" eaLnBrk="1" latinLnBrk="0" hangingPunct="1">
        <a:spcBef>
          <a:spcPct val="0"/>
        </a:spcBef>
        <a:buNone/>
        <a:defRPr sz="10265" kern="1200">
          <a:solidFill>
            <a:schemeClr val="bg1"/>
          </a:solidFill>
          <a:latin typeface="Trebuchet MS" panose="020B0603020202020204" pitchFamily="34" charset="0"/>
          <a:ea typeface="+mj-ea"/>
          <a:cs typeface="+mj-cs"/>
        </a:defRPr>
      </a:lvl1pPr>
    </p:titleStyle>
    <p:bodyStyle>
      <a:lvl1pPr marL="1920240" indent="-1920240" algn="l" defTabSz="5120640" rtl="0" eaLnBrk="1" latinLnBrk="0" hangingPunct="1">
        <a:spcBef>
          <a:spcPct val="20000"/>
        </a:spcBef>
        <a:buFont typeface="Arial" panose="020B0704020202020204" pitchFamily="34" charset="0"/>
        <a:buChar char="•"/>
        <a:defRPr sz="17965" kern="1200">
          <a:solidFill>
            <a:schemeClr val="tx1"/>
          </a:solidFill>
          <a:latin typeface="+mn-lt"/>
          <a:ea typeface="+mn-ea"/>
          <a:cs typeface="+mn-cs"/>
        </a:defRPr>
      </a:lvl1pPr>
      <a:lvl2pPr marL="4160520" indent="-1600200" algn="l" defTabSz="5120640" rtl="0" eaLnBrk="1" latinLnBrk="0" hangingPunct="1">
        <a:spcBef>
          <a:spcPct val="20000"/>
        </a:spcBef>
        <a:buFont typeface="Arial" panose="020B0704020202020204" pitchFamily="34" charset="0"/>
        <a:buChar char="–"/>
        <a:defRPr sz="15750" kern="1200">
          <a:solidFill>
            <a:schemeClr val="tx1"/>
          </a:solidFill>
          <a:latin typeface="+mn-lt"/>
          <a:ea typeface="+mn-ea"/>
          <a:cs typeface="+mn-cs"/>
        </a:defRPr>
      </a:lvl2pPr>
      <a:lvl3pPr marL="6400800" indent="-1280160" algn="l" defTabSz="5120640" rtl="0" eaLnBrk="1" latinLnBrk="0" hangingPunct="1">
        <a:spcBef>
          <a:spcPct val="20000"/>
        </a:spcBef>
        <a:buFont typeface="Arial" panose="020B0704020202020204" pitchFamily="34" charset="0"/>
        <a:buChar char="•"/>
        <a:defRPr sz="13535" kern="1200">
          <a:solidFill>
            <a:schemeClr val="tx1"/>
          </a:solidFill>
          <a:latin typeface="+mn-lt"/>
          <a:ea typeface="+mn-ea"/>
          <a:cs typeface="+mn-cs"/>
        </a:defRPr>
      </a:lvl3pPr>
      <a:lvl4pPr marL="8961120" indent="-1280160" algn="l" defTabSz="5120640" rtl="0" eaLnBrk="1" latinLnBrk="0" hangingPunct="1">
        <a:spcBef>
          <a:spcPct val="20000"/>
        </a:spcBef>
        <a:buFont typeface="Arial" panose="020B0704020202020204" pitchFamily="34" charset="0"/>
        <a:buChar char="–"/>
        <a:defRPr sz="11200" kern="1200">
          <a:solidFill>
            <a:schemeClr val="tx1"/>
          </a:solidFill>
          <a:latin typeface="+mn-lt"/>
          <a:ea typeface="+mn-ea"/>
          <a:cs typeface="+mn-cs"/>
        </a:defRPr>
      </a:lvl4pPr>
      <a:lvl5pPr marL="11521440" indent="-1280160" algn="l" defTabSz="5120640" rtl="0" eaLnBrk="1" latinLnBrk="0" hangingPunct="1">
        <a:spcBef>
          <a:spcPct val="20000"/>
        </a:spcBef>
        <a:buFont typeface="Arial" panose="020B0704020202020204" pitchFamily="34" charset="0"/>
        <a:buChar char="»"/>
        <a:defRPr sz="11200" kern="1200">
          <a:solidFill>
            <a:schemeClr val="tx1"/>
          </a:solidFill>
          <a:latin typeface="+mn-lt"/>
          <a:ea typeface="+mn-ea"/>
          <a:cs typeface="+mn-cs"/>
        </a:defRPr>
      </a:lvl5pPr>
      <a:lvl6pPr marL="14081760" indent="-1280160" algn="l" defTabSz="5120640" rtl="0" eaLnBrk="1" latinLnBrk="0" hangingPunct="1">
        <a:spcBef>
          <a:spcPct val="20000"/>
        </a:spcBef>
        <a:buFont typeface="Arial" panose="020B0704020202020204" pitchFamily="34" charset="0"/>
        <a:buChar char="•"/>
        <a:defRPr sz="11200" kern="1200">
          <a:solidFill>
            <a:schemeClr val="tx1"/>
          </a:solidFill>
          <a:latin typeface="+mn-lt"/>
          <a:ea typeface="+mn-ea"/>
          <a:cs typeface="+mn-cs"/>
        </a:defRPr>
      </a:lvl6pPr>
      <a:lvl7pPr marL="16641445" indent="-1280160" algn="l" defTabSz="5120640" rtl="0" eaLnBrk="1" latinLnBrk="0" hangingPunct="1">
        <a:spcBef>
          <a:spcPct val="20000"/>
        </a:spcBef>
        <a:buFont typeface="Arial" panose="020B0704020202020204" pitchFamily="34" charset="0"/>
        <a:buChar char="•"/>
        <a:defRPr sz="11200" kern="1200">
          <a:solidFill>
            <a:schemeClr val="tx1"/>
          </a:solidFill>
          <a:latin typeface="+mn-lt"/>
          <a:ea typeface="+mn-ea"/>
          <a:cs typeface="+mn-cs"/>
        </a:defRPr>
      </a:lvl7pPr>
      <a:lvl8pPr marL="19201765" indent="-1280160" algn="l" defTabSz="5120640" rtl="0" eaLnBrk="1" latinLnBrk="0" hangingPunct="1">
        <a:spcBef>
          <a:spcPct val="20000"/>
        </a:spcBef>
        <a:buFont typeface="Arial" panose="020B0704020202020204" pitchFamily="34" charset="0"/>
        <a:buChar char="•"/>
        <a:defRPr sz="11200" kern="1200">
          <a:solidFill>
            <a:schemeClr val="tx1"/>
          </a:solidFill>
          <a:latin typeface="+mn-lt"/>
          <a:ea typeface="+mn-ea"/>
          <a:cs typeface="+mn-cs"/>
        </a:defRPr>
      </a:lvl8pPr>
      <a:lvl9pPr marL="21762085" indent="-1280160" algn="l" defTabSz="5120640" rtl="0" eaLnBrk="1" latinLnBrk="0" hangingPunct="1">
        <a:spcBef>
          <a:spcPct val="20000"/>
        </a:spcBef>
        <a:buFont typeface="Arial" panose="020B0704020202020204" pitchFamily="34" charset="0"/>
        <a:buChar char="•"/>
        <a:defRPr sz="11200" kern="1200">
          <a:solidFill>
            <a:schemeClr val="tx1"/>
          </a:solidFill>
          <a:latin typeface="+mn-lt"/>
          <a:ea typeface="+mn-ea"/>
          <a:cs typeface="+mn-cs"/>
        </a:defRPr>
      </a:lvl9pPr>
    </p:bodyStyle>
    <p:otherStyle>
      <a:defPPr>
        <a:defRPr lang="en-US"/>
      </a:defPPr>
      <a:lvl1pPr marL="0" algn="l" defTabSz="5120640" rtl="0" eaLnBrk="1" latinLnBrk="0" hangingPunct="1">
        <a:defRPr sz="10035" kern="1200">
          <a:solidFill>
            <a:schemeClr val="tx1"/>
          </a:solidFill>
          <a:latin typeface="+mn-lt"/>
          <a:ea typeface="+mn-ea"/>
          <a:cs typeface="+mn-cs"/>
        </a:defRPr>
      </a:lvl1pPr>
      <a:lvl2pPr marL="2560320" algn="l" defTabSz="5120640" rtl="0" eaLnBrk="1" latinLnBrk="0" hangingPunct="1">
        <a:defRPr sz="10035" kern="1200">
          <a:solidFill>
            <a:schemeClr val="tx1"/>
          </a:solidFill>
          <a:latin typeface="+mn-lt"/>
          <a:ea typeface="+mn-ea"/>
          <a:cs typeface="+mn-cs"/>
        </a:defRPr>
      </a:lvl2pPr>
      <a:lvl3pPr marL="5120640" algn="l" defTabSz="5120640" rtl="0" eaLnBrk="1" latinLnBrk="0" hangingPunct="1">
        <a:defRPr sz="10035" kern="1200">
          <a:solidFill>
            <a:schemeClr val="tx1"/>
          </a:solidFill>
          <a:latin typeface="+mn-lt"/>
          <a:ea typeface="+mn-ea"/>
          <a:cs typeface="+mn-cs"/>
        </a:defRPr>
      </a:lvl3pPr>
      <a:lvl4pPr marL="7680960" algn="l" defTabSz="5120640" rtl="0" eaLnBrk="1" latinLnBrk="0" hangingPunct="1">
        <a:defRPr sz="10035" kern="1200">
          <a:solidFill>
            <a:schemeClr val="tx1"/>
          </a:solidFill>
          <a:latin typeface="+mn-lt"/>
          <a:ea typeface="+mn-ea"/>
          <a:cs typeface="+mn-cs"/>
        </a:defRPr>
      </a:lvl4pPr>
      <a:lvl5pPr marL="10241280" algn="l" defTabSz="5120640" rtl="0" eaLnBrk="1" latinLnBrk="0" hangingPunct="1">
        <a:defRPr sz="10035" kern="1200">
          <a:solidFill>
            <a:schemeClr val="tx1"/>
          </a:solidFill>
          <a:latin typeface="+mn-lt"/>
          <a:ea typeface="+mn-ea"/>
          <a:cs typeface="+mn-cs"/>
        </a:defRPr>
      </a:lvl5pPr>
      <a:lvl6pPr marL="12801600" algn="l" defTabSz="5120640" rtl="0" eaLnBrk="1" latinLnBrk="0" hangingPunct="1">
        <a:defRPr sz="10035" kern="1200">
          <a:solidFill>
            <a:schemeClr val="tx1"/>
          </a:solidFill>
          <a:latin typeface="+mn-lt"/>
          <a:ea typeface="+mn-ea"/>
          <a:cs typeface="+mn-cs"/>
        </a:defRPr>
      </a:lvl6pPr>
      <a:lvl7pPr marL="15361285" algn="l" defTabSz="5120640" rtl="0" eaLnBrk="1" latinLnBrk="0" hangingPunct="1">
        <a:defRPr sz="10035" kern="1200">
          <a:solidFill>
            <a:schemeClr val="tx1"/>
          </a:solidFill>
          <a:latin typeface="+mn-lt"/>
          <a:ea typeface="+mn-ea"/>
          <a:cs typeface="+mn-cs"/>
        </a:defRPr>
      </a:lvl7pPr>
      <a:lvl8pPr marL="17921605" algn="l" defTabSz="5120640" rtl="0" eaLnBrk="1" latinLnBrk="0" hangingPunct="1">
        <a:defRPr sz="10035" kern="1200">
          <a:solidFill>
            <a:schemeClr val="tx1"/>
          </a:solidFill>
          <a:latin typeface="+mn-lt"/>
          <a:ea typeface="+mn-ea"/>
          <a:cs typeface="+mn-cs"/>
        </a:defRPr>
      </a:lvl8pPr>
      <a:lvl9pPr marL="20481925" algn="l" defTabSz="5120640" rtl="0" eaLnBrk="1" latinLnBrk="0" hangingPunct="1">
        <a:defRPr sz="1003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BF9F9"/>
        </a:solidFill>
        <a:effectLst/>
      </p:bgPr>
    </p:bg>
    <p:spTree>
      <p:nvGrpSpPr>
        <p:cNvPr id="1" name=""/>
        <p:cNvGrpSpPr/>
        <p:nvPr/>
      </p:nvGrpSpPr>
      <p:grpSpPr>
        <a:xfrm>
          <a:off x="0" y="0"/>
          <a:ext cx="0" cy="0"/>
          <a:chOff x="0" y="0"/>
          <a:chExt cx="0" cy="0"/>
        </a:xfrm>
      </p:grpSpPr>
      <p:sp>
        <p:nvSpPr>
          <p:cNvPr id="17" name="Snip and Round Single Corner Rectangle 16"/>
          <p:cNvSpPr/>
          <p:nvPr userDrawn="1"/>
        </p:nvSpPr>
        <p:spPr>
          <a:xfrm rot="5400000">
            <a:off x="-5378663" y="10698807"/>
            <a:ext cx="27603873" cy="16846551"/>
          </a:xfrm>
          <a:prstGeom prst="snipRoundRect">
            <a:avLst>
              <a:gd name="adj1" fmla="val 13272"/>
              <a:gd name="adj2" fmla="val 0"/>
            </a:avLst>
          </a:prstGeom>
          <a:solidFill>
            <a:srgbClr val="DEF1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Snip and Round Single Corner Rectangle 17"/>
          <p:cNvSpPr/>
          <p:nvPr userDrawn="1"/>
        </p:nvSpPr>
        <p:spPr>
          <a:xfrm rot="5400000">
            <a:off x="11854511" y="11179066"/>
            <a:ext cx="27603873" cy="15954231"/>
          </a:xfrm>
          <a:prstGeom prst="snipRoundRect">
            <a:avLst>
              <a:gd name="adj1" fmla="val 13272"/>
              <a:gd name="adj2" fmla="val 0"/>
            </a:avLst>
          </a:prstGeom>
          <a:solidFill>
            <a:srgbClr val="DEF1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Snip and Round Single Corner Rectangle 18"/>
          <p:cNvSpPr/>
          <p:nvPr userDrawn="1"/>
        </p:nvSpPr>
        <p:spPr>
          <a:xfrm rot="5400000">
            <a:off x="29041489" y="10793211"/>
            <a:ext cx="27603871" cy="16725942"/>
          </a:xfrm>
          <a:prstGeom prst="snipRoundRect">
            <a:avLst>
              <a:gd name="adj1" fmla="val 13272"/>
              <a:gd name="adj2" fmla="val 0"/>
            </a:avLst>
          </a:prstGeom>
          <a:solidFill>
            <a:srgbClr val="DEF1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p:nvPr userDrawn="1"/>
        </p:nvGrpSpPr>
        <p:grpSpPr>
          <a:xfrm>
            <a:off x="0" y="-4527"/>
            <a:ext cx="51206399" cy="4919427"/>
            <a:chOff x="1" y="-4527"/>
            <a:chExt cx="43891200" cy="4917131"/>
          </a:xfrm>
        </p:grpSpPr>
        <p:sp>
          <p:nvSpPr>
            <p:cNvPr id="12" name="Snip and Round Single Corner Rectangle 11"/>
            <p:cNvSpPr/>
            <p:nvPr userDrawn="1"/>
          </p:nvSpPr>
          <p:spPr>
            <a:xfrm flipV="1">
              <a:off x="1" y="-4527"/>
              <a:ext cx="43891200" cy="4917130"/>
            </a:xfrm>
            <a:prstGeom prst="snipRoundRect">
              <a:avLst>
                <a:gd name="adj1" fmla="val 50000"/>
                <a:gd name="adj2" fmla="val 16667"/>
              </a:avLst>
            </a:prstGeom>
            <a:gradFill>
              <a:gsLst>
                <a:gs pos="0">
                  <a:srgbClr val="6D2C8E"/>
                </a:gs>
                <a:gs pos="100000">
                  <a:srgbClr val="DA0D89"/>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5"/>
            <p:cNvSpPr/>
            <p:nvPr userDrawn="1"/>
          </p:nvSpPr>
          <p:spPr>
            <a:xfrm>
              <a:off x="35918533" y="-4527"/>
              <a:ext cx="7972667" cy="4917131"/>
            </a:xfrm>
            <a:custGeom>
              <a:avLst/>
              <a:gdLst>
                <a:gd name="connsiteX0" fmla="*/ 0 w 7968343"/>
                <a:gd name="connsiteY0" fmla="*/ 0 h 4917131"/>
                <a:gd name="connsiteX1" fmla="*/ 7968343 w 7968343"/>
                <a:gd name="connsiteY1" fmla="*/ 0 h 4917131"/>
                <a:gd name="connsiteX2" fmla="*/ 7968343 w 7968343"/>
                <a:gd name="connsiteY2" fmla="*/ 4917131 h 4917131"/>
                <a:gd name="connsiteX3" fmla="*/ 0 w 7968343"/>
                <a:gd name="connsiteY3" fmla="*/ 4917131 h 4917131"/>
                <a:gd name="connsiteX4" fmla="*/ 0 w 7968343"/>
                <a:gd name="connsiteY4" fmla="*/ 0 h 4917131"/>
                <a:gd name="connsiteX0-1" fmla="*/ 0 w 7968343"/>
                <a:gd name="connsiteY0-2" fmla="*/ 0 h 4917131"/>
                <a:gd name="connsiteX1-3" fmla="*/ 7968343 w 7968343"/>
                <a:gd name="connsiteY1-4" fmla="*/ 0 h 4917131"/>
                <a:gd name="connsiteX2-5" fmla="*/ 4931229 w 7968343"/>
                <a:gd name="connsiteY2-6" fmla="*/ 4917131 h 4917131"/>
                <a:gd name="connsiteX3-7" fmla="*/ 0 w 7968343"/>
                <a:gd name="connsiteY3-8" fmla="*/ 4917131 h 4917131"/>
                <a:gd name="connsiteX4-9" fmla="*/ 0 w 7968343"/>
                <a:gd name="connsiteY4-10" fmla="*/ 0 h 4917131"/>
                <a:gd name="connsiteX0-11" fmla="*/ 5943600 w 7968343"/>
                <a:gd name="connsiteY0-12" fmla="*/ 0 h 4917131"/>
                <a:gd name="connsiteX1-13" fmla="*/ 7968343 w 7968343"/>
                <a:gd name="connsiteY1-14" fmla="*/ 0 h 4917131"/>
                <a:gd name="connsiteX2-15" fmla="*/ 4931229 w 7968343"/>
                <a:gd name="connsiteY2-16" fmla="*/ 4917131 h 4917131"/>
                <a:gd name="connsiteX3-17" fmla="*/ 0 w 7968343"/>
                <a:gd name="connsiteY3-18" fmla="*/ 4917131 h 4917131"/>
                <a:gd name="connsiteX4-19" fmla="*/ 5943600 w 7968343"/>
                <a:gd name="connsiteY4-20" fmla="*/ 0 h 4917131"/>
                <a:gd name="connsiteX0-21" fmla="*/ 5943600 w 7968343"/>
                <a:gd name="connsiteY0-22" fmla="*/ 0 h 4917131"/>
                <a:gd name="connsiteX1-23" fmla="*/ 7968343 w 7968343"/>
                <a:gd name="connsiteY1-24" fmla="*/ 0 h 4917131"/>
                <a:gd name="connsiteX2-25" fmla="*/ 7968343 w 7968343"/>
                <a:gd name="connsiteY2-26" fmla="*/ 4917131 h 4917131"/>
                <a:gd name="connsiteX3-27" fmla="*/ 0 w 7968343"/>
                <a:gd name="connsiteY3-28" fmla="*/ 4917131 h 4917131"/>
                <a:gd name="connsiteX4-29" fmla="*/ 5943600 w 7968343"/>
                <a:gd name="connsiteY4-30" fmla="*/ 0 h 491713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7968343" h="4917131">
                  <a:moveTo>
                    <a:pt x="5943600" y="0"/>
                  </a:moveTo>
                  <a:lnTo>
                    <a:pt x="7968343" y="0"/>
                  </a:lnTo>
                  <a:lnTo>
                    <a:pt x="7968343" y="4917131"/>
                  </a:lnTo>
                  <a:lnTo>
                    <a:pt x="0" y="4917131"/>
                  </a:lnTo>
                  <a:lnTo>
                    <a:pt x="5943600" y="0"/>
                  </a:lnTo>
                  <a:close/>
                </a:path>
              </a:pathLst>
            </a:custGeom>
            <a:solidFill>
              <a:srgbClr val="31318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noFill/>
                </a:ln>
              </a:endParaRPr>
            </a:p>
          </p:txBody>
        </p:sp>
        <p:sp>
          <p:nvSpPr>
            <p:cNvPr id="14" name="Rectangle 5"/>
            <p:cNvSpPr/>
            <p:nvPr userDrawn="1"/>
          </p:nvSpPr>
          <p:spPr>
            <a:xfrm>
              <a:off x="41571285" y="1367073"/>
              <a:ext cx="2319915" cy="3545531"/>
            </a:xfrm>
            <a:custGeom>
              <a:avLst/>
              <a:gdLst>
                <a:gd name="connsiteX0" fmla="*/ 0 w 7968343"/>
                <a:gd name="connsiteY0" fmla="*/ 0 h 4917131"/>
                <a:gd name="connsiteX1" fmla="*/ 7968343 w 7968343"/>
                <a:gd name="connsiteY1" fmla="*/ 0 h 4917131"/>
                <a:gd name="connsiteX2" fmla="*/ 7968343 w 7968343"/>
                <a:gd name="connsiteY2" fmla="*/ 4917131 h 4917131"/>
                <a:gd name="connsiteX3" fmla="*/ 0 w 7968343"/>
                <a:gd name="connsiteY3" fmla="*/ 4917131 h 4917131"/>
                <a:gd name="connsiteX4" fmla="*/ 0 w 7968343"/>
                <a:gd name="connsiteY4" fmla="*/ 0 h 4917131"/>
                <a:gd name="connsiteX0-1" fmla="*/ 0 w 7968343"/>
                <a:gd name="connsiteY0-2" fmla="*/ 0 h 4917131"/>
                <a:gd name="connsiteX1-3" fmla="*/ 7968343 w 7968343"/>
                <a:gd name="connsiteY1-4" fmla="*/ 0 h 4917131"/>
                <a:gd name="connsiteX2-5" fmla="*/ 4931229 w 7968343"/>
                <a:gd name="connsiteY2-6" fmla="*/ 4917131 h 4917131"/>
                <a:gd name="connsiteX3-7" fmla="*/ 0 w 7968343"/>
                <a:gd name="connsiteY3-8" fmla="*/ 4917131 h 4917131"/>
                <a:gd name="connsiteX4-9" fmla="*/ 0 w 7968343"/>
                <a:gd name="connsiteY4-10" fmla="*/ 0 h 4917131"/>
                <a:gd name="connsiteX0-11" fmla="*/ 5943600 w 7968343"/>
                <a:gd name="connsiteY0-12" fmla="*/ 0 h 4917131"/>
                <a:gd name="connsiteX1-13" fmla="*/ 7968343 w 7968343"/>
                <a:gd name="connsiteY1-14" fmla="*/ 0 h 4917131"/>
                <a:gd name="connsiteX2-15" fmla="*/ 4931229 w 7968343"/>
                <a:gd name="connsiteY2-16" fmla="*/ 4917131 h 4917131"/>
                <a:gd name="connsiteX3-17" fmla="*/ 0 w 7968343"/>
                <a:gd name="connsiteY3-18" fmla="*/ 4917131 h 4917131"/>
                <a:gd name="connsiteX4-19" fmla="*/ 5943600 w 7968343"/>
                <a:gd name="connsiteY4-20" fmla="*/ 0 h 4917131"/>
                <a:gd name="connsiteX0-21" fmla="*/ 5943600 w 7968343"/>
                <a:gd name="connsiteY0-22" fmla="*/ 0 h 4917131"/>
                <a:gd name="connsiteX1-23" fmla="*/ 7968343 w 7968343"/>
                <a:gd name="connsiteY1-24" fmla="*/ 0 h 4917131"/>
                <a:gd name="connsiteX2-25" fmla="*/ 7968343 w 7968343"/>
                <a:gd name="connsiteY2-26" fmla="*/ 4917131 h 4917131"/>
                <a:gd name="connsiteX3-27" fmla="*/ 0 w 7968343"/>
                <a:gd name="connsiteY3-28" fmla="*/ 4917131 h 4917131"/>
                <a:gd name="connsiteX4-29" fmla="*/ 5943600 w 7968343"/>
                <a:gd name="connsiteY4-30" fmla="*/ 0 h 4917131"/>
                <a:gd name="connsiteX0-31" fmla="*/ 0 w 7968343"/>
                <a:gd name="connsiteY0-32" fmla="*/ 4917131 h 4917131"/>
                <a:gd name="connsiteX1-33" fmla="*/ 7968343 w 7968343"/>
                <a:gd name="connsiteY1-34" fmla="*/ 0 h 4917131"/>
                <a:gd name="connsiteX2-35" fmla="*/ 7968343 w 7968343"/>
                <a:gd name="connsiteY2-36" fmla="*/ 4917131 h 4917131"/>
                <a:gd name="connsiteX3-37" fmla="*/ 0 w 7968343"/>
                <a:gd name="connsiteY3-38" fmla="*/ 4917131 h 4917131"/>
                <a:gd name="connsiteX0-39" fmla="*/ 0 w 7968343"/>
                <a:gd name="connsiteY0-40" fmla="*/ 3512874 h 3512874"/>
                <a:gd name="connsiteX1-41" fmla="*/ 7968343 w 7968343"/>
                <a:gd name="connsiteY1-42" fmla="*/ 0 h 3512874"/>
                <a:gd name="connsiteX2-43" fmla="*/ 7968343 w 7968343"/>
                <a:gd name="connsiteY2-44" fmla="*/ 3512874 h 3512874"/>
                <a:gd name="connsiteX3-45" fmla="*/ 0 w 7968343"/>
                <a:gd name="connsiteY3-46" fmla="*/ 3512874 h 3512874"/>
                <a:gd name="connsiteX0-47" fmla="*/ 0 w 2253343"/>
                <a:gd name="connsiteY0-48" fmla="*/ 3545531 h 3545531"/>
                <a:gd name="connsiteX1-49" fmla="*/ 2253343 w 2253343"/>
                <a:gd name="connsiteY1-50" fmla="*/ 0 h 3545531"/>
                <a:gd name="connsiteX2-51" fmla="*/ 2253343 w 2253343"/>
                <a:gd name="connsiteY2-52" fmla="*/ 3512874 h 3545531"/>
                <a:gd name="connsiteX3-53" fmla="*/ 0 w 2253343"/>
                <a:gd name="connsiteY3-54" fmla="*/ 3545531 h 3545531"/>
                <a:gd name="connsiteX0-55" fmla="*/ 0 w 3135086"/>
                <a:gd name="connsiteY0-56" fmla="*/ 3545531 h 3545531"/>
                <a:gd name="connsiteX1-57" fmla="*/ 3135086 w 3135086"/>
                <a:gd name="connsiteY1-58" fmla="*/ 0 h 3545531"/>
                <a:gd name="connsiteX2-59" fmla="*/ 3135086 w 3135086"/>
                <a:gd name="connsiteY2-60" fmla="*/ 3512874 h 3545531"/>
                <a:gd name="connsiteX3-61" fmla="*/ 0 w 3135086"/>
                <a:gd name="connsiteY3-62" fmla="*/ 3545531 h 3545531"/>
                <a:gd name="connsiteX0-63" fmla="*/ 0 w 2318657"/>
                <a:gd name="connsiteY0-64" fmla="*/ 3545531 h 3545531"/>
                <a:gd name="connsiteX1-65" fmla="*/ 2318657 w 2318657"/>
                <a:gd name="connsiteY1-66" fmla="*/ 0 h 3545531"/>
                <a:gd name="connsiteX2-67" fmla="*/ 2318657 w 2318657"/>
                <a:gd name="connsiteY2-68" fmla="*/ 3512874 h 3545531"/>
                <a:gd name="connsiteX3-69" fmla="*/ 0 w 2318657"/>
                <a:gd name="connsiteY3-70" fmla="*/ 3545531 h 3545531"/>
              </a:gdLst>
              <a:ahLst/>
              <a:cxnLst>
                <a:cxn ang="0">
                  <a:pos x="connsiteX0-1" y="connsiteY0-2"/>
                </a:cxn>
                <a:cxn ang="0">
                  <a:pos x="connsiteX1-3" y="connsiteY1-4"/>
                </a:cxn>
                <a:cxn ang="0">
                  <a:pos x="connsiteX2-5" y="connsiteY2-6"/>
                </a:cxn>
                <a:cxn ang="0">
                  <a:pos x="connsiteX3-7" y="connsiteY3-8"/>
                </a:cxn>
              </a:cxnLst>
              <a:rect l="l" t="t" r="r" b="b"/>
              <a:pathLst>
                <a:path w="2318657" h="3545531">
                  <a:moveTo>
                    <a:pt x="0" y="3545531"/>
                  </a:moveTo>
                  <a:lnTo>
                    <a:pt x="2318657" y="0"/>
                  </a:lnTo>
                  <a:lnTo>
                    <a:pt x="2318657" y="3512874"/>
                  </a:lnTo>
                  <a:lnTo>
                    <a:pt x="0" y="3545531"/>
                  </a:lnTo>
                  <a:close/>
                </a:path>
              </a:pathLst>
            </a:custGeom>
            <a:solidFill>
              <a:srgbClr val="25408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noFill/>
                </a:ln>
              </a:endParaRPr>
            </a:p>
          </p:txBody>
        </p:sp>
      </p:grpSp>
      <p:sp>
        <p:nvSpPr>
          <p:cNvPr id="15" name="Snip and Round Single Corner Rectangle 15"/>
          <p:cNvSpPr/>
          <p:nvPr userDrawn="1"/>
        </p:nvSpPr>
        <p:spPr>
          <a:xfrm rot="10800000" flipV="1">
            <a:off x="-4" y="32076910"/>
            <a:ext cx="47646774" cy="936954"/>
          </a:xfrm>
          <a:custGeom>
            <a:avLst/>
            <a:gdLst>
              <a:gd name="connsiteX0" fmla="*/ 419100 w 41571263"/>
              <a:gd name="connsiteY0" fmla="*/ 0 h 838200"/>
              <a:gd name="connsiteX1" fmla="*/ 41571263 w 41571263"/>
              <a:gd name="connsiteY1" fmla="*/ 0 h 838200"/>
              <a:gd name="connsiteX2" fmla="*/ 41571263 w 41571263"/>
              <a:gd name="connsiteY2" fmla="*/ 0 h 838200"/>
              <a:gd name="connsiteX3" fmla="*/ 41571263 w 41571263"/>
              <a:gd name="connsiteY3" fmla="*/ 838200 h 838200"/>
              <a:gd name="connsiteX4" fmla="*/ 0 w 41571263"/>
              <a:gd name="connsiteY4" fmla="*/ 838200 h 838200"/>
              <a:gd name="connsiteX5" fmla="*/ 0 w 41571263"/>
              <a:gd name="connsiteY5" fmla="*/ 419100 h 838200"/>
              <a:gd name="connsiteX6" fmla="*/ 419100 w 41571263"/>
              <a:gd name="connsiteY6" fmla="*/ 0 h 838200"/>
              <a:gd name="connsiteX0-1" fmla="*/ 968398 w 41571263"/>
              <a:gd name="connsiteY0-2" fmla="*/ 0 h 841490"/>
              <a:gd name="connsiteX1-3" fmla="*/ 41571263 w 41571263"/>
              <a:gd name="connsiteY1-4" fmla="*/ 3290 h 841490"/>
              <a:gd name="connsiteX2-5" fmla="*/ 41571263 w 41571263"/>
              <a:gd name="connsiteY2-6" fmla="*/ 3290 h 841490"/>
              <a:gd name="connsiteX3-7" fmla="*/ 41571263 w 41571263"/>
              <a:gd name="connsiteY3-8" fmla="*/ 841490 h 841490"/>
              <a:gd name="connsiteX4-9" fmla="*/ 0 w 41571263"/>
              <a:gd name="connsiteY4-10" fmla="*/ 841490 h 841490"/>
              <a:gd name="connsiteX5-11" fmla="*/ 0 w 41571263"/>
              <a:gd name="connsiteY5-12" fmla="*/ 422390 h 841490"/>
              <a:gd name="connsiteX6-13" fmla="*/ 968398 w 41571263"/>
              <a:gd name="connsiteY6-14" fmla="*/ 0 h 841490"/>
              <a:gd name="connsiteX0-15" fmla="*/ 968398 w 41571263"/>
              <a:gd name="connsiteY0-16" fmla="*/ 0 h 841490"/>
              <a:gd name="connsiteX1-17" fmla="*/ 41571263 w 41571263"/>
              <a:gd name="connsiteY1-18" fmla="*/ 3290 h 841490"/>
              <a:gd name="connsiteX2-19" fmla="*/ 41571263 w 41571263"/>
              <a:gd name="connsiteY2-20" fmla="*/ 3290 h 841490"/>
              <a:gd name="connsiteX3-21" fmla="*/ 41571263 w 41571263"/>
              <a:gd name="connsiteY3-22" fmla="*/ 841490 h 841490"/>
              <a:gd name="connsiteX4-23" fmla="*/ 0 w 41571263"/>
              <a:gd name="connsiteY4-24" fmla="*/ 841490 h 841490"/>
              <a:gd name="connsiteX5-25" fmla="*/ 6579 w 41571263"/>
              <a:gd name="connsiteY5-26" fmla="*/ 836830 h 841490"/>
              <a:gd name="connsiteX6-27" fmla="*/ 968398 w 41571263"/>
              <a:gd name="connsiteY6-28" fmla="*/ 0 h 841490"/>
              <a:gd name="connsiteX0-29" fmla="*/ 968398 w 41571263"/>
              <a:gd name="connsiteY0-30" fmla="*/ 0 h 841490"/>
              <a:gd name="connsiteX1-31" fmla="*/ 41571263 w 41571263"/>
              <a:gd name="connsiteY1-32" fmla="*/ 3290 h 841490"/>
              <a:gd name="connsiteX2-33" fmla="*/ 41571263 w 41571263"/>
              <a:gd name="connsiteY2-34" fmla="*/ 3290 h 841490"/>
              <a:gd name="connsiteX3-35" fmla="*/ 41571263 w 41571263"/>
              <a:gd name="connsiteY3-36" fmla="*/ 841490 h 841490"/>
              <a:gd name="connsiteX4-37" fmla="*/ 0 w 41571263"/>
              <a:gd name="connsiteY4-38" fmla="*/ 841490 h 841490"/>
              <a:gd name="connsiteX5-39" fmla="*/ 6579 w 41571263"/>
              <a:gd name="connsiteY5-40" fmla="*/ 836830 h 841490"/>
              <a:gd name="connsiteX6-41" fmla="*/ 968398 w 41571263"/>
              <a:gd name="connsiteY6-42" fmla="*/ 0 h 84149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1571263" h="841490">
                <a:moveTo>
                  <a:pt x="968398" y="0"/>
                </a:moveTo>
                <a:lnTo>
                  <a:pt x="41571263" y="3290"/>
                </a:lnTo>
                <a:lnTo>
                  <a:pt x="41571263" y="3290"/>
                </a:lnTo>
                <a:lnTo>
                  <a:pt x="41571263" y="841490"/>
                </a:lnTo>
                <a:lnTo>
                  <a:pt x="0" y="841490"/>
                </a:lnTo>
                <a:lnTo>
                  <a:pt x="6579" y="836830"/>
                </a:lnTo>
                <a:cubicBezTo>
                  <a:pt x="52628" y="184348"/>
                  <a:pt x="736935" y="0"/>
                  <a:pt x="968398" y="0"/>
                </a:cubicBezTo>
                <a:close/>
              </a:path>
            </a:pathLst>
          </a:custGeom>
          <a:gradFill>
            <a:gsLst>
              <a:gs pos="0">
                <a:srgbClr val="6D2C8E"/>
              </a:gs>
              <a:gs pos="100000">
                <a:srgbClr val="DA0D89"/>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Box 14"/>
          <p:cNvSpPr txBox="1">
            <a:spLocks noChangeArrowheads="1"/>
          </p:cNvSpPr>
          <p:nvPr userDrawn="1"/>
        </p:nvSpPr>
        <p:spPr bwMode="auto">
          <a:xfrm>
            <a:off x="1567305" y="32390910"/>
            <a:ext cx="2514600" cy="341436"/>
          </a:xfrm>
          <a:prstGeom prst="rect">
            <a:avLst/>
          </a:prstGeom>
          <a:noFill/>
          <a:ln w="9525">
            <a:noFill/>
            <a:miter lim="800000"/>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panose="020B0704020202020204" pitchFamily="34" charset="0"/>
              </a:rPr>
              <a:t>RESEARCH POSTER PRESENTATION DESIGN © 2025</a:t>
            </a:r>
            <a:endParaRPr lang="en-US" sz="500" b="1" dirty="0">
              <a:solidFill>
                <a:schemeClr val="bg1">
                  <a:lumMod val="75000"/>
                </a:schemeClr>
              </a:solidFill>
              <a:latin typeface="Arial" panose="020B0704020202020204" pitchFamily="34" charset="0"/>
            </a:endParaRPr>
          </a:p>
          <a:p>
            <a:pPr eaLnBrk="0" hangingPunct="0">
              <a:lnSpc>
                <a:spcPct val="65000"/>
              </a:lnSpc>
              <a:spcBef>
                <a:spcPct val="50000"/>
              </a:spcBef>
              <a:defRPr/>
            </a:pPr>
            <a:r>
              <a:rPr lang="en-US" sz="1100" b="1" dirty="0">
                <a:solidFill>
                  <a:schemeClr val="bg1">
                    <a:lumMod val="75000"/>
                  </a:schemeClr>
                </a:solidFill>
                <a:latin typeface="Arial" panose="020B0704020202020204" pitchFamily="34" charset="0"/>
              </a:rPr>
              <a:t>www.PosterPresentations.com</a:t>
            </a:r>
            <a:endParaRPr lang="en-US" sz="1100" b="1" dirty="0">
              <a:solidFill>
                <a:schemeClr val="bg1">
                  <a:lumMod val="75000"/>
                </a:schemeClr>
              </a:solidFill>
              <a:latin typeface="Arial" panose="020B0704020202020204" pitchFamily="34" charset="0"/>
            </a:endParaRPr>
          </a:p>
        </p:txBody>
      </p:sp>
      <p:graphicFrame>
        <p:nvGraphicFramePr>
          <p:cNvPr id="2" name="Table 1"/>
          <p:cNvGraphicFramePr>
            <a:graphicFrameLocks noGrp="1"/>
          </p:cNvGraphicFramePr>
          <p:nvPr userDrawn="1"/>
        </p:nvGraphicFramePr>
        <p:xfrm>
          <a:off x="-10558302" y="50891"/>
          <a:ext cx="9296401" cy="32962973"/>
        </p:xfrm>
        <a:graphic>
          <a:graphicData uri="http://schemas.openxmlformats.org/drawingml/2006/table">
            <a:tbl>
              <a:tblPr firstRow="1" bandRow="1">
                <a:tableStyleId>{5C22544A-7EE6-4342-B048-85BDC9FD1C3A}</a:tableStyleId>
              </a:tblPr>
              <a:tblGrid>
                <a:gridCol w="3986224"/>
                <a:gridCol w="5310177"/>
              </a:tblGrid>
              <a:tr h="1284441">
                <a:tc gridSpan="2">
                  <a:txBody>
                    <a:bodyPr/>
                    <a:lstStyle/>
                    <a:p>
                      <a:pPr marL="0" marR="0" indent="0" algn="ctr" defTabSz="4389120" rtl="0" eaLnBrk="1" fontAlgn="auto" latinLnBrk="0" hangingPunct="1">
                        <a:lnSpc>
                          <a:spcPct val="100000"/>
                        </a:lnSpc>
                        <a:spcBef>
                          <a:spcPts val="0"/>
                        </a:spcBef>
                        <a:spcAft>
                          <a:spcPts val="0"/>
                        </a:spcAft>
                        <a:buClrTx/>
                        <a:buSzTx/>
                        <a:buFontTx/>
                        <a:buNone/>
                        <a:defRPr/>
                      </a:pPr>
                      <a:r>
                        <a:rPr lang="en-US" sz="3600" b="0" spc="600" dirty="0">
                          <a:solidFill>
                            <a:srgbClr val="1F3A4E"/>
                          </a:solidFill>
                          <a:latin typeface="Arial Black" panose="020B0A04020102020204" pitchFamily="34" charset="0"/>
                        </a:rPr>
                        <a:t>QUICK START GUIDE</a:t>
                      </a:r>
                      <a:br>
                        <a:rPr lang="en-US" sz="3600" b="0" spc="600" dirty="0">
                          <a:solidFill>
                            <a:srgbClr val="1F3A4E"/>
                          </a:solidFill>
                          <a:latin typeface="Arial Black" panose="020B0A04020102020204" pitchFamily="34" charset="0"/>
                        </a:rPr>
                      </a:br>
                      <a:r>
                        <a:rPr lang="en-US" sz="2800" b="1" spc="0" dirty="0">
                          <a:solidFill>
                            <a:srgbClr val="FF0000"/>
                          </a:solidFill>
                          <a:latin typeface="Trebuchet MS" panose="020B0603020202020204" pitchFamily="34" charset="0"/>
                        </a:rPr>
                        <a:t>(THIS SIDEBAR WILL APPEAR ON THE POSTER)</a:t>
                      </a:r>
                      <a:endParaRPr lang="en-US" sz="3600" b="1" spc="600" dirty="0">
                        <a:solidFill>
                          <a:schemeClr val="bg1"/>
                        </a:solidFill>
                        <a:latin typeface="Trebuchet MS" panose="020B0603020202020204" pitchFamily="34" charset="0"/>
                      </a:endParaRPr>
                    </a:p>
                  </a:txBody>
                  <a:tcPr marL="213360" marR="106680" marT="137160">
                    <a:solidFill>
                      <a:srgbClr val="FFC000"/>
                    </a:solidFill>
                  </a:tcPr>
                </a:tc>
                <a:tc hMerge="1">
                  <a:tcPr/>
                </a:tc>
              </a:tr>
              <a:tr h="4065238">
                <a:tc gridSpan="2">
                  <a:txBody>
                    <a:bodyPr/>
                    <a:lstStyle/>
                    <a:p>
                      <a:pPr defTabSz="3765550"/>
                      <a:r>
                        <a:rPr lang="en-US" sz="2000" b="0" i="0" dirty="0">
                          <a:solidFill>
                            <a:srgbClr val="D9D9D9"/>
                          </a:solidFill>
                          <a:latin typeface="Arial" panose="020B0704020202020204"/>
                          <a:cs typeface="Arial" panose="020B0704020202020204"/>
                        </a:rPr>
                        <a:t>This PowerPoint template is designed to create a </a:t>
                      </a:r>
                      <a:r>
                        <a:rPr lang="en-US" sz="2000" b="1" i="0" dirty="0">
                          <a:solidFill>
                            <a:srgbClr val="FFC000"/>
                          </a:solidFill>
                          <a:latin typeface="Arial" panose="020B0704020202020204"/>
                          <a:cs typeface="Arial" panose="020B0704020202020204"/>
                        </a:rPr>
                        <a:t>36"x48" </a:t>
                      </a:r>
                      <a:r>
                        <a:rPr lang="en-US" sz="2000" b="0" i="0" dirty="0">
                          <a:solidFill>
                            <a:srgbClr val="D9D9D9"/>
                          </a:solidFill>
                          <a:latin typeface="Arial" panose="020B0704020202020204"/>
                          <a:cs typeface="Arial" panose="020B0704020202020204"/>
                        </a:rPr>
                        <a:t>research poster. Simply add your title, subtitle, text, tables, charts, and photos to customize your poster.</a:t>
                      </a:r>
                      <a:endParaRPr lang="en-US" sz="2000" b="0" i="0" dirty="0">
                        <a:solidFill>
                          <a:srgbClr val="D9D9D9"/>
                        </a:solidFill>
                        <a:latin typeface="Arial" panose="020B0704020202020204"/>
                        <a:cs typeface="Arial" panose="020B0704020202020204"/>
                      </a:endParaRPr>
                    </a:p>
                    <a:p>
                      <a:pPr defTabSz="3765550"/>
                      <a:endParaRPr lang="en-US" sz="2000" b="0" i="0" dirty="0">
                        <a:solidFill>
                          <a:srgbClr val="D9D9D9"/>
                        </a:solidFill>
                        <a:latin typeface="Arial" panose="020B0704020202020204"/>
                        <a:cs typeface="Arial" panose="020B0704020202020204"/>
                      </a:endParaRPr>
                    </a:p>
                    <a:p>
                      <a:pPr defTabSz="3765550"/>
                      <a:r>
                        <a:rPr lang="en-US" sz="2000" b="0" i="0" dirty="0">
                          <a:solidFill>
                            <a:srgbClr val="D9D9D9"/>
                          </a:solidFill>
                          <a:latin typeface="Arial" panose="020B0704020202020204"/>
                          <a:cs typeface="Arial" panose="020B0704020202020204"/>
                        </a:rPr>
                        <a:t>To assist you in the design process and address any poster-related questions, we offer a series of online tutorials. Visit </a:t>
                      </a:r>
                      <a:r>
                        <a:rPr lang="en-US" sz="2000" b="1" i="0" dirty="0" err="1">
                          <a:solidFill>
                            <a:srgbClr val="FFC000"/>
                          </a:solidFill>
                          <a:latin typeface="Arial" panose="020B0704020202020204"/>
                          <a:cs typeface="Arial" panose="020B0704020202020204"/>
                        </a:rPr>
                        <a:t>PosterPresentations.com</a:t>
                      </a:r>
                      <a:r>
                        <a:rPr lang="en-US" sz="2000" b="1" i="0" dirty="0">
                          <a:solidFill>
                            <a:srgbClr val="FFC000"/>
                          </a:solidFill>
                          <a:latin typeface="Arial" panose="020B0704020202020204"/>
                          <a:cs typeface="Arial" panose="020B0704020202020204"/>
                        </a:rPr>
                        <a:t> </a:t>
                      </a:r>
                      <a:r>
                        <a:rPr lang="en-US" sz="2000" b="0" i="0" dirty="0">
                          <a:solidFill>
                            <a:srgbClr val="D9D9D9"/>
                          </a:solidFill>
                          <a:latin typeface="Arial" panose="020B0704020202020204"/>
                          <a:cs typeface="Arial" panose="020B0704020202020204"/>
                        </a:rPr>
                        <a:t>and select the </a:t>
                      </a:r>
                      <a:r>
                        <a:rPr lang="en-US" sz="2000" b="1" i="0" dirty="0">
                          <a:solidFill>
                            <a:srgbClr val="FFC000"/>
                          </a:solidFill>
                          <a:latin typeface="Arial" panose="020B0704020202020204"/>
                          <a:cs typeface="Arial" panose="020B0704020202020204"/>
                        </a:rPr>
                        <a:t>Tutorials </a:t>
                      </a:r>
                      <a:r>
                        <a:rPr lang="en-US" sz="2000" b="0" i="0" dirty="0">
                          <a:solidFill>
                            <a:srgbClr val="D9D9D9"/>
                          </a:solidFill>
                          <a:latin typeface="Arial" panose="020B0704020202020204"/>
                          <a:cs typeface="Arial" panose="020B0704020202020204"/>
                        </a:rPr>
                        <a:t>tab for detailed guidance.</a:t>
                      </a:r>
                      <a:endParaRPr lang="en-US" sz="2000" b="0" i="0" dirty="0">
                        <a:solidFill>
                          <a:srgbClr val="D9D9D9"/>
                        </a:solidFill>
                        <a:latin typeface="Arial" panose="020B0704020202020204"/>
                        <a:cs typeface="Arial" panose="020B0704020202020204"/>
                      </a:endParaRPr>
                    </a:p>
                    <a:p>
                      <a:pPr defTabSz="3765550"/>
                      <a:endParaRPr lang="en-US" sz="2000" b="0" i="0" dirty="0">
                        <a:solidFill>
                          <a:srgbClr val="D9D9D9"/>
                        </a:solidFill>
                        <a:latin typeface="Arial" panose="020B0704020202020204"/>
                        <a:cs typeface="Arial" panose="020B0704020202020204"/>
                      </a:endParaRPr>
                    </a:p>
                    <a:p>
                      <a:pPr defTabSz="3765550"/>
                      <a:r>
                        <a:rPr lang="en-US" sz="2000" b="0" i="0" dirty="0">
                          <a:solidFill>
                            <a:srgbClr val="D9D9D9"/>
                          </a:solidFill>
                          <a:latin typeface="Arial" panose="020B0704020202020204"/>
                          <a:cs typeface="Arial" panose="020B0704020202020204"/>
                        </a:rPr>
                        <a:t>For same-day professional printing of your poster, go to </a:t>
                      </a:r>
                      <a:r>
                        <a:rPr lang="en-US" sz="2000" b="1" i="0" dirty="0" err="1">
                          <a:solidFill>
                            <a:srgbClr val="FFC000"/>
                          </a:solidFill>
                          <a:latin typeface="Arial" panose="020B0704020202020204"/>
                          <a:cs typeface="Arial" panose="020B0704020202020204"/>
                        </a:rPr>
                        <a:t>PosterPresentations.com</a:t>
                      </a:r>
                      <a:r>
                        <a:rPr lang="en-US" sz="2000" b="1" i="0" dirty="0">
                          <a:solidFill>
                            <a:srgbClr val="FFC000"/>
                          </a:solidFill>
                          <a:latin typeface="Arial" panose="020B0704020202020204"/>
                          <a:cs typeface="Arial" panose="020B0704020202020204"/>
                        </a:rPr>
                        <a:t> </a:t>
                      </a:r>
                      <a:r>
                        <a:rPr lang="en-US" sz="2000" b="0" i="0" dirty="0">
                          <a:solidFill>
                            <a:srgbClr val="D9D9D9"/>
                          </a:solidFill>
                          <a:latin typeface="Arial" panose="020B0704020202020204"/>
                          <a:cs typeface="Arial" panose="020B0704020202020204"/>
                        </a:rPr>
                        <a:t>and click on the ”</a:t>
                      </a:r>
                      <a:r>
                        <a:rPr lang="en-US" sz="2000" b="1" i="0" dirty="0">
                          <a:solidFill>
                            <a:srgbClr val="FFC000"/>
                          </a:solidFill>
                          <a:latin typeface="Arial" panose="020B0704020202020204"/>
                          <a:cs typeface="Arial" panose="020B0704020202020204"/>
                        </a:rPr>
                        <a:t>PRINT</a:t>
                      </a:r>
                      <a:r>
                        <a:rPr lang="en-US" sz="2000" b="0" i="0" dirty="0">
                          <a:solidFill>
                            <a:srgbClr val="D9D9D9"/>
                          </a:solidFill>
                          <a:latin typeface="Arial" panose="020B0704020202020204"/>
                          <a:cs typeface="Arial" panose="020B0704020202020204"/>
                        </a:rPr>
                        <a:t>” button or click on any of our poster options.</a:t>
                      </a:r>
                      <a:endParaRPr lang="en-US" sz="2000" b="0" dirty="0">
                        <a:solidFill>
                          <a:srgbClr val="D9D9D9"/>
                        </a:solidFill>
                        <a:latin typeface="Arial" panose="020B0704020202020204"/>
                        <a:cs typeface="Arial" panose="020B0704020202020204"/>
                      </a:endParaRPr>
                    </a:p>
                  </a:txBody>
                  <a:tcPr marL="213360" marR="106680" marT="137160">
                    <a:solidFill>
                      <a:srgbClr val="010101"/>
                    </a:solidFill>
                  </a:tcPr>
                </a:tc>
                <a:tc hMerge="1">
                  <a:tcPr>
                    <a:solidFill>
                      <a:schemeClr val="tx1">
                        <a:lumMod val="95000"/>
                        <a:lumOff val="5000"/>
                      </a:schemeClr>
                    </a:solidFill>
                  </a:tcPr>
                </a:tc>
              </a:tr>
              <a:tr h="4418736">
                <a:tc>
                  <a:txBody>
                    <a:bodyPr/>
                    <a:lstStyle/>
                    <a:p>
                      <a:pPr algn="ctr"/>
                      <a:endParaRPr lang="en-US" sz="2000" dirty="0">
                        <a:solidFill>
                          <a:srgbClr val="1F3A4E"/>
                        </a:solidFill>
                      </a:endParaRPr>
                    </a:p>
                    <a:p>
                      <a:pPr algn="ctr"/>
                      <a:endParaRPr lang="en-US" sz="2000" dirty="0">
                        <a:solidFill>
                          <a:srgbClr val="1F3A4E"/>
                        </a:solidFill>
                      </a:endParaRPr>
                    </a:p>
                    <a:p>
                      <a:pPr algn="ctr"/>
                      <a:r>
                        <a:rPr lang="en-US" sz="2000" dirty="0">
                          <a:solidFill>
                            <a:schemeClr val="bg1"/>
                          </a:solidFill>
                          <a:latin typeface="Arial" panose="020B0704020202020204" pitchFamily="34" charset="0"/>
                          <a:cs typeface="Arial" panose="020B0704020202020204" pitchFamily="34" charset="0"/>
                        </a:rPr>
                        <a:t>This is a template for a</a:t>
                      </a:r>
                      <a:br>
                        <a:rPr lang="en-US" sz="2000" dirty="0">
                          <a:solidFill>
                            <a:schemeClr val="bg1"/>
                          </a:solidFill>
                          <a:latin typeface="Arial" panose="020B0704020202020204" pitchFamily="34" charset="0"/>
                          <a:cs typeface="Arial" panose="020B0704020202020204" pitchFamily="34" charset="0"/>
                        </a:rPr>
                      </a:br>
                      <a:r>
                        <a:rPr lang="en-US" sz="2000" dirty="0">
                          <a:solidFill>
                            <a:schemeClr val="bg1"/>
                          </a:solidFill>
                          <a:latin typeface="Arial" panose="020B0704020202020204" pitchFamily="34" charset="0"/>
                          <a:cs typeface="Arial" panose="020B0704020202020204" pitchFamily="34" charset="0"/>
                        </a:rPr>
                        <a:t>presentation poster </a:t>
                      </a:r>
                      <a:br>
                        <a:rPr lang="en-US" sz="2000" dirty="0">
                          <a:solidFill>
                            <a:schemeClr val="bg1"/>
                          </a:solidFill>
                          <a:latin typeface="Arial" panose="020B0704020202020204" pitchFamily="34" charset="0"/>
                          <a:cs typeface="Arial" panose="020B0704020202020204" pitchFamily="34" charset="0"/>
                        </a:rPr>
                      </a:br>
                      <a:r>
                        <a:rPr lang="en-US" sz="3600" b="1" dirty="0">
                          <a:solidFill>
                            <a:srgbClr val="FFC000"/>
                          </a:solidFill>
                          <a:latin typeface="Arial" panose="020B0704020202020204" pitchFamily="34" charset="0"/>
                          <a:cs typeface="Arial" panose="020B0704020202020204" pitchFamily="34" charset="0"/>
                        </a:rPr>
                        <a:t>36 inches tall</a:t>
                      </a:r>
                      <a:br>
                        <a:rPr lang="en-US" sz="3600" b="1" dirty="0">
                          <a:solidFill>
                            <a:srgbClr val="FFC000"/>
                          </a:solidFill>
                          <a:latin typeface="Arial" panose="020B0704020202020204" pitchFamily="34" charset="0"/>
                          <a:cs typeface="Arial" panose="020B0704020202020204" pitchFamily="34" charset="0"/>
                        </a:rPr>
                      </a:br>
                      <a:r>
                        <a:rPr lang="en-US" sz="3600" b="1" dirty="0">
                          <a:solidFill>
                            <a:srgbClr val="FFC000"/>
                          </a:solidFill>
                          <a:latin typeface="Arial" panose="020B0704020202020204" pitchFamily="34" charset="0"/>
                          <a:cs typeface="Arial" panose="020B0704020202020204" pitchFamily="34" charset="0"/>
                        </a:rPr>
                        <a:t>by</a:t>
                      </a:r>
                      <a:br>
                        <a:rPr lang="en-US" sz="3600" b="1" dirty="0">
                          <a:solidFill>
                            <a:srgbClr val="FFC000"/>
                          </a:solidFill>
                          <a:latin typeface="Arial" panose="020B0704020202020204" pitchFamily="34" charset="0"/>
                          <a:cs typeface="Arial" panose="020B0704020202020204" pitchFamily="34" charset="0"/>
                        </a:rPr>
                      </a:br>
                      <a:r>
                        <a:rPr lang="en-US" sz="3600" b="1" dirty="0">
                          <a:solidFill>
                            <a:srgbClr val="FFC000"/>
                          </a:solidFill>
                          <a:latin typeface="Arial" panose="020B0704020202020204" pitchFamily="34" charset="0"/>
                          <a:cs typeface="Arial" panose="020B0704020202020204" pitchFamily="34" charset="0"/>
                        </a:rPr>
                        <a:t>56 inches wide</a:t>
                      </a:r>
                      <a:br>
                        <a:rPr lang="en-US" sz="2000" dirty="0">
                          <a:solidFill>
                            <a:schemeClr val="bg1"/>
                          </a:solidFill>
                          <a:latin typeface="Arial" panose="020B0704020202020204" pitchFamily="34" charset="0"/>
                          <a:cs typeface="Arial" panose="020B0704020202020204" pitchFamily="34" charset="0"/>
                        </a:rPr>
                      </a:br>
                      <a:endParaRPr lang="en-US" sz="2000" dirty="0">
                        <a:solidFill>
                          <a:srgbClr val="1F3A4E"/>
                        </a:solidFill>
                      </a:endParaRPr>
                    </a:p>
                  </a:txBody>
                  <a:tcPr marL="106680" marR="106680">
                    <a:solidFill>
                      <a:srgbClr val="010101"/>
                    </a:solidFill>
                  </a:tcPr>
                </a:tc>
                <a:tc>
                  <a:txBody>
                    <a:bodyPr/>
                    <a:lstStyle/>
                    <a:p>
                      <a:pPr marL="0" marR="0" indent="0" algn="l" defTabSz="4389120" rtl="0" eaLnBrk="1" fontAlgn="auto" latinLnBrk="0" hangingPunct="1">
                        <a:lnSpc>
                          <a:spcPct val="100000"/>
                        </a:lnSpc>
                        <a:spcBef>
                          <a:spcPts val="0"/>
                        </a:spcBef>
                        <a:spcAft>
                          <a:spcPts val="0"/>
                        </a:spcAft>
                        <a:buClrTx/>
                        <a:buSzTx/>
                        <a:buFontTx/>
                        <a:buNone/>
                        <a:defRPr/>
                      </a:pPr>
                      <a:r>
                        <a:rPr lang="en-US" sz="2400" b="1" baseline="0" dirty="0">
                          <a:solidFill>
                            <a:srgbClr val="FFC000"/>
                          </a:solidFill>
                          <a:latin typeface="Arial" panose="020B0704020202020204" pitchFamily="34" charset="0"/>
                          <a:cs typeface="Arial" panose="020B0704020202020204" pitchFamily="34" charset="0"/>
                        </a:rPr>
                        <a:t>Important: Check the template size</a:t>
                      </a:r>
                      <a:br>
                        <a:rPr lang="en-US" sz="2000" b="0" baseline="0" dirty="0">
                          <a:solidFill>
                            <a:srgbClr val="FFC000"/>
                          </a:solidFill>
                          <a:latin typeface="Arial" panose="020B0704020202020204" pitchFamily="34" charset="0"/>
                          <a:cs typeface="Arial" panose="020B0704020202020204" pitchFamily="34" charset="0"/>
                        </a:rPr>
                      </a:br>
                      <a:r>
                        <a:rPr lang="en-US" sz="2000" b="0" baseline="0" dirty="0">
                          <a:solidFill>
                            <a:srgbClr val="D9D9D9"/>
                          </a:solidFill>
                          <a:latin typeface="Arial" panose="020B0704020202020204" pitchFamily="34" charset="0"/>
                          <a:cs typeface="Arial" panose="020B0704020202020204" pitchFamily="34" charset="0"/>
                        </a:rPr>
                        <a:t>Before starting your poster, ensure you have downloaded the correct template size to avoid printing issues.</a:t>
                      </a:r>
                      <a:endParaRPr lang="en-US" sz="2000" b="0" baseline="0" dirty="0">
                        <a:solidFill>
                          <a:srgbClr val="D9D9D9"/>
                        </a:solidFill>
                        <a:latin typeface="Arial" panose="020B0704020202020204" pitchFamily="34" charset="0"/>
                        <a:cs typeface="Arial" panose="020B0704020202020204" pitchFamily="34" charset="0"/>
                      </a:endParaRPr>
                    </a:p>
                    <a:p>
                      <a:pPr marL="0" marR="0" indent="0" algn="l" defTabSz="4389120" rtl="0" eaLnBrk="1" fontAlgn="auto" latinLnBrk="0" hangingPunct="1">
                        <a:lnSpc>
                          <a:spcPct val="100000"/>
                        </a:lnSpc>
                        <a:spcBef>
                          <a:spcPts val="0"/>
                        </a:spcBef>
                        <a:spcAft>
                          <a:spcPts val="0"/>
                        </a:spcAft>
                        <a:buClrTx/>
                        <a:buSzTx/>
                        <a:buFontTx/>
                        <a:buNone/>
                        <a:defRPr/>
                      </a:pPr>
                      <a:endParaRPr lang="en-US" sz="2000" b="0" baseline="0" dirty="0">
                        <a:solidFill>
                          <a:srgbClr val="D9D9D9"/>
                        </a:solidFill>
                        <a:latin typeface="Arial" panose="020B0704020202020204" pitchFamily="34" charset="0"/>
                        <a:cs typeface="Arial" panose="020B0704020202020204" pitchFamily="34" charset="0"/>
                      </a:endParaRPr>
                    </a:p>
                    <a:p>
                      <a:pPr marL="0" marR="0" indent="0" algn="l" defTabSz="4389120" rtl="0" eaLnBrk="1" fontAlgn="auto" latinLnBrk="0" hangingPunct="1">
                        <a:lnSpc>
                          <a:spcPct val="100000"/>
                        </a:lnSpc>
                        <a:spcBef>
                          <a:spcPts val="0"/>
                        </a:spcBef>
                        <a:spcAft>
                          <a:spcPts val="0"/>
                        </a:spcAft>
                        <a:buClrTx/>
                        <a:buSzTx/>
                        <a:buFontTx/>
                        <a:buNone/>
                        <a:defRPr/>
                      </a:pPr>
                      <a:r>
                        <a:rPr lang="en-US" sz="2000" b="0" baseline="0" dirty="0">
                          <a:solidFill>
                            <a:srgbClr val="D9D9D9"/>
                          </a:solidFill>
                          <a:latin typeface="Arial" panose="020B0704020202020204" pitchFamily="34" charset="0"/>
                          <a:cs typeface="Arial" panose="020B0704020202020204" pitchFamily="34" charset="0"/>
                        </a:rPr>
                        <a:t>This template can also be printed in the following sizes without distortion or additional formatting:</a:t>
                      </a:r>
                      <a:br>
                        <a:rPr lang="en-US" sz="2000" b="0" baseline="0" dirty="0">
                          <a:solidFill>
                            <a:srgbClr val="D9D9D9"/>
                          </a:solidFill>
                          <a:latin typeface="Arial" panose="020B0704020202020204" pitchFamily="34" charset="0"/>
                          <a:cs typeface="Arial" panose="020B0704020202020204" pitchFamily="34" charset="0"/>
                        </a:rPr>
                      </a:br>
                      <a:r>
                        <a:rPr kumimoji="0" lang="en-US" sz="2000" b="0" i="0" u="none" strike="noStrike" kern="1200" cap="none" spc="0" normalizeH="0" baseline="0" noProof="0" dirty="0">
                          <a:ln>
                            <a:noFill/>
                          </a:ln>
                          <a:solidFill>
                            <a:srgbClr val="FFC000"/>
                          </a:solidFill>
                          <a:effectLst/>
                          <a:uLnTx/>
                          <a:uFillTx/>
                          <a:latin typeface="Arial" panose="020B0704020202020204" pitchFamily="34" charset="0"/>
                          <a:ea typeface="+mn-ea"/>
                          <a:cs typeface="Arial" panose="020B0704020202020204" pitchFamily="34" charset="0"/>
                        </a:rPr>
                        <a:t>42 tall x 65.3 wide</a:t>
                      </a:r>
                      <a:br>
                        <a:rPr kumimoji="0" lang="en-US" sz="2000" b="0" i="0" u="none" strike="noStrike" kern="1200" cap="none" spc="0" normalizeH="0" baseline="0" noProof="0" dirty="0">
                          <a:ln>
                            <a:noFill/>
                          </a:ln>
                          <a:solidFill>
                            <a:srgbClr val="FFC000"/>
                          </a:solidFill>
                          <a:effectLst/>
                          <a:uLnTx/>
                          <a:uFillTx/>
                          <a:latin typeface="Arial" panose="020B0704020202020204" pitchFamily="34" charset="0"/>
                          <a:ea typeface="+mn-ea"/>
                          <a:cs typeface="Arial" panose="020B0704020202020204" pitchFamily="34" charset="0"/>
                        </a:rPr>
                      </a:br>
                      <a:r>
                        <a:rPr kumimoji="0" lang="en-US" sz="2000" b="0" i="0" u="none" strike="noStrike" kern="1200" cap="none" spc="0" normalizeH="0" baseline="0" noProof="0" dirty="0">
                          <a:ln>
                            <a:noFill/>
                          </a:ln>
                          <a:solidFill>
                            <a:srgbClr val="FFC000"/>
                          </a:solidFill>
                          <a:effectLst/>
                          <a:uLnTx/>
                          <a:uFillTx/>
                          <a:latin typeface="Arial" panose="020B0704020202020204" pitchFamily="34" charset="0"/>
                          <a:ea typeface="+mn-ea"/>
                          <a:cs typeface="Arial" panose="020B0704020202020204" pitchFamily="34" charset="0"/>
                        </a:rPr>
                        <a:t>48 tall x 74.6 wide</a:t>
                      </a:r>
                      <a:endParaRPr lang="en-US" sz="2000" b="0" baseline="0" dirty="0">
                        <a:solidFill>
                          <a:srgbClr val="FFC000"/>
                        </a:solidFill>
                        <a:latin typeface="Arial" panose="020B0704020202020204" pitchFamily="34" charset="0"/>
                        <a:cs typeface="Arial" panose="020B0704020202020204" pitchFamily="34" charset="0"/>
                      </a:endParaRPr>
                    </a:p>
                  </a:txBody>
                  <a:tcPr marL="213360" marR="106680" marT="137160">
                    <a:solidFill>
                      <a:srgbClr val="010101"/>
                    </a:solidFill>
                  </a:tcPr>
                </a:tc>
              </a:tr>
              <a:tr h="4144547">
                <a:tc>
                  <a:txBody>
                    <a:bodyPr/>
                    <a:lstStyle/>
                    <a:p>
                      <a:endParaRPr lang="en-US" sz="2000" dirty="0">
                        <a:solidFill>
                          <a:srgbClr val="1F3A4E"/>
                        </a:solidFill>
                      </a:endParaRPr>
                    </a:p>
                  </a:txBody>
                  <a:tcPr marL="106680" marR="106680">
                    <a:blipFill rotWithShape="1">
                      <a:blip r:embed="rId2"/>
                      <a:stretch>
                        <a:fillRect/>
                      </a:stretch>
                    </a:blipFill>
                  </a:tcPr>
                </a:tc>
                <a:tc>
                  <a:txBody>
                    <a:bodyPr/>
                    <a:lstStyle/>
                    <a:p>
                      <a:pPr algn="l"/>
                      <a:r>
                        <a:rPr lang="en-US" sz="2400" b="1" baseline="0" dirty="0">
                          <a:solidFill>
                            <a:srgbClr val="FFC000"/>
                          </a:solidFill>
                          <a:latin typeface="Arial" panose="020B0704020202020204" pitchFamily="34" charset="0"/>
                          <a:cs typeface="Arial" panose="020B0704020202020204" pitchFamily="34" charset="0"/>
                        </a:rPr>
                        <a:t>How to </a:t>
                      </a:r>
                      <a:r>
                        <a:rPr lang="en-US" sz="4000" b="1" baseline="0" dirty="0">
                          <a:solidFill>
                            <a:srgbClr val="FFC000"/>
                          </a:solidFill>
                          <a:latin typeface="Arial" panose="020B0704020202020204" pitchFamily="34" charset="0"/>
                          <a:cs typeface="Arial" panose="020B0704020202020204" pitchFamily="34" charset="0"/>
                        </a:rPr>
                        <a:t>Zoom in </a:t>
                      </a:r>
                      <a:r>
                        <a:rPr lang="en-US" sz="2400" b="1" baseline="0" dirty="0">
                          <a:solidFill>
                            <a:srgbClr val="FFC000"/>
                          </a:solidFill>
                          <a:latin typeface="Arial" panose="020B0704020202020204" pitchFamily="34" charset="0"/>
                          <a:cs typeface="Arial" panose="020B0704020202020204" pitchFamily="34" charset="0"/>
                        </a:rPr>
                        <a:t>and </a:t>
                      </a:r>
                      <a:r>
                        <a:rPr lang="en-US" sz="1800" b="1" baseline="0" dirty="0">
                          <a:solidFill>
                            <a:srgbClr val="FFC000"/>
                          </a:solidFill>
                          <a:latin typeface="Arial" panose="020B0704020202020204" pitchFamily="34" charset="0"/>
                          <a:cs typeface="Arial" panose="020B0704020202020204" pitchFamily="34" charset="0"/>
                        </a:rPr>
                        <a:t>out</a:t>
                      </a:r>
                      <a:endParaRPr lang="en-US" sz="2400" b="1" baseline="0" dirty="0">
                        <a:solidFill>
                          <a:srgbClr val="FFC000"/>
                        </a:solidFill>
                        <a:latin typeface="Arial" panose="020B0704020202020204" pitchFamily="34" charset="0"/>
                        <a:cs typeface="Arial" panose="020B0704020202020204" pitchFamily="34" charset="0"/>
                      </a:endParaRPr>
                    </a:p>
                    <a:p>
                      <a:pPr algn="l"/>
                      <a:r>
                        <a:rPr lang="en-US" sz="2000" b="0" baseline="0" dirty="0">
                          <a:solidFill>
                            <a:srgbClr val="D9D9D9"/>
                          </a:solidFill>
                          <a:latin typeface="Arial" panose="020B0704020202020204" pitchFamily="34" charset="0"/>
                          <a:cs typeface="Arial" panose="020B0704020202020204" pitchFamily="34" charset="0"/>
                        </a:rPr>
                        <a:t>Use the PowerPoint zoom tool to adjust the screen magnification for comfortable viewing. PowerPoint offers two ways to zoom:</a:t>
                      </a:r>
                      <a:endParaRPr lang="en-US" sz="2000" b="0" baseline="0" dirty="0">
                        <a:solidFill>
                          <a:srgbClr val="D9D9D9"/>
                        </a:solidFill>
                        <a:latin typeface="Arial" panose="020B0704020202020204" pitchFamily="34" charset="0"/>
                        <a:cs typeface="Arial" panose="020B0704020202020204" pitchFamily="34" charset="0"/>
                      </a:endParaRPr>
                    </a:p>
                    <a:p>
                      <a:pPr algn="l"/>
                      <a:endParaRPr lang="en-US" sz="2000" b="0" baseline="0" dirty="0">
                        <a:solidFill>
                          <a:srgbClr val="D9D9D9"/>
                        </a:solidFill>
                        <a:latin typeface="Arial" panose="020B0704020202020204" pitchFamily="34" charset="0"/>
                        <a:cs typeface="Arial" panose="020B0704020202020204" pitchFamily="34" charset="0"/>
                      </a:endParaRPr>
                    </a:p>
                    <a:p>
                      <a:pPr algn="l"/>
                      <a:r>
                        <a:rPr lang="en-US" sz="2000" b="0" baseline="0" dirty="0">
                          <a:solidFill>
                            <a:srgbClr val="D9D9D9"/>
                          </a:solidFill>
                          <a:latin typeface="Arial" panose="020B0704020202020204" pitchFamily="34" charset="0"/>
                          <a:cs typeface="Arial" panose="020B0704020202020204" pitchFamily="34" charset="0"/>
                        </a:rPr>
                        <a:t>1. Click the VIEW tab in the top menu bar, then select ZOOM. Choose the zoom percentage that suits you best.</a:t>
                      </a:r>
                      <a:endParaRPr lang="en-US" sz="2000" b="0" baseline="0" dirty="0">
                        <a:solidFill>
                          <a:srgbClr val="D9D9D9"/>
                        </a:solidFill>
                        <a:latin typeface="Arial" panose="020B0704020202020204" pitchFamily="34" charset="0"/>
                        <a:cs typeface="Arial" panose="020B0704020202020204" pitchFamily="34" charset="0"/>
                      </a:endParaRPr>
                    </a:p>
                    <a:p>
                      <a:pPr algn="l"/>
                      <a:r>
                        <a:rPr lang="en-US" sz="2000" b="0" baseline="0" dirty="0">
                          <a:solidFill>
                            <a:srgbClr val="D9D9D9"/>
                          </a:solidFill>
                          <a:latin typeface="Arial" panose="020B0704020202020204" pitchFamily="34" charset="0"/>
                          <a:cs typeface="Arial" panose="020B0704020202020204" pitchFamily="34" charset="0"/>
                        </a:rPr>
                        <a:t>2. Use the zoom slider located at the bottom-right corner of the window for more flexible adjustments.</a:t>
                      </a:r>
                      <a:endParaRPr lang="en-US" sz="2000" b="0" baseline="0" dirty="0">
                        <a:solidFill>
                          <a:srgbClr val="D9D9D9"/>
                        </a:solidFill>
                        <a:latin typeface="Arial" panose="020B0704020202020204" pitchFamily="34" charset="0"/>
                        <a:cs typeface="Arial" panose="020B0704020202020204" pitchFamily="34" charset="0"/>
                      </a:endParaRPr>
                    </a:p>
                  </a:txBody>
                  <a:tcPr marL="213360" marR="106680" marT="137160">
                    <a:solidFill>
                      <a:srgbClr val="010101"/>
                    </a:solidFill>
                  </a:tcPr>
                </a:tc>
              </a:tr>
              <a:tr h="1947619">
                <a:tc gridSpan="2">
                  <a:txBody>
                    <a:bodyPr/>
                    <a:lstStyle/>
                    <a:p>
                      <a:pPr marL="0" marR="0" lvl="0" indent="0" algn="l" defTabSz="4389120" rtl="0" eaLnBrk="1" fontAlgn="auto" latinLnBrk="0" hangingPunct="1">
                        <a:lnSpc>
                          <a:spcPct val="100000"/>
                        </a:lnSpc>
                        <a:spcBef>
                          <a:spcPts val="0"/>
                        </a:spcBef>
                        <a:spcAft>
                          <a:spcPts val="0"/>
                        </a:spcAft>
                        <a:buClrTx/>
                        <a:buSzTx/>
                        <a:buFontTx/>
                        <a:buNone/>
                        <a:defRPr/>
                      </a:pPr>
                      <a:r>
                        <a:rPr lang="en-US" sz="2400" b="1" baseline="0" dirty="0">
                          <a:solidFill>
                            <a:srgbClr val="FFC000"/>
                          </a:solidFill>
                          <a:latin typeface="Arial" panose="020B0704020202020204" pitchFamily="34" charset="0"/>
                          <a:cs typeface="Arial" panose="020B0704020202020204" pitchFamily="34" charset="0"/>
                        </a:rPr>
                        <a:t>Ruler and Guides</a:t>
                      </a:r>
                      <a:br>
                        <a:rPr lang="en-US" sz="2000" b="0" baseline="0" dirty="0">
                          <a:solidFill>
                            <a:srgbClr val="FFC000"/>
                          </a:solidFill>
                          <a:latin typeface="Arial" panose="020B0704020202020204" pitchFamily="34" charset="0"/>
                          <a:cs typeface="Arial" panose="020B0704020202020204" pitchFamily="34" charset="0"/>
                        </a:rPr>
                      </a:br>
                      <a:r>
                        <a:rPr lang="en-US" sz="2000" b="0" baseline="0" dirty="0">
                          <a:solidFill>
                            <a:srgbClr val="D9D9D9"/>
                          </a:solidFill>
                          <a:latin typeface="Arial" panose="020B0704020202020204" pitchFamily="34" charset="0"/>
                          <a:cs typeface="Arial" panose="020B0704020202020204" pitchFamily="34" charset="0"/>
                        </a:rPr>
                        <a:t>The thin lines on this poster template are alignment guides. Horizontal and vertical guides help you position poster elements accurately. Text boxes and other elements will "snap" to the guides, ensuring they stay within the column boundaries.</a:t>
                      </a:r>
                      <a:endParaRPr lang="en-US" sz="2000" b="0" baseline="0" dirty="0">
                        <a:solidFill>
                          <a:srgbClr val="D9D9D9"/>
                        </a:solidFill>
                        <a:latin typeface="Arial" panose="020B0704020202020204" pitchFamily="34" charset="0"/>
                        <a:cs typeface="Arial" panose="020B0704020202020204" pitchFamily="34" charset="0"/>
                      </a:endParaRPr>
                    </a:p>
                    <a:p>
                      <a:pPr marL="0" marR="0" lvl="0" indent="0" algn="l" defTabSz="4389120" rtl="0" eaLnBrk="1" fontAlgn="auto" latinLnBrk="0" hangingPunct="1">
                        <a:lnSpc>
                          <a:spcPct val="100000"/>
                        </a:lnSpc>
                        <a:spcBef>
                          <a:spcPts val="0"/>
                        </a:spcBef>
                        <a:spcAft>
                          <a:spcPts val="0"/>
                        </a:spcAft>
                        <a:buClrTx/>
                        <a:buSzTx/>
                        <a:buFontTx/>
                        <a:buNone/>
                        <a:defRPr/>
                      </a:pPr>
                      <a:r>
                        <a:rPr lang="en-US" sz="2000" b="0" baseline="0" dirty="0">
                          <a:solidFill>
                            <a:srgbClr val="D9D9D9"/>
                          </a:solidFill>
                          <a:latin typeface="Arial" panose="020B0704020202020204" pitchFamily="34" charset="0"/>
                          <a:cs typeface="Arial" panose="020B0704020202020204" pitchFamily="34" charset="0"/>
                        </a:rPr>
                        <a:t>To hide the guides, go to the VIEW tab and uncheck the Guides box.</a:t>
                      </a:r>
                      <a:endParaRPr lang="en-US" sz="2000" b="0" baseline="0" dirty="0">
                        <a:solidFill>
                          <a:srgbClr val="D9D9D9"/>
                        </a:solidFill>
                        <a:latin typeface="Arial" panose="020B0704020202020204" pitchFamily="34" charset="0"/>
                        <a:cs typeface="Arial" panose="020B0704020202020204" pitchFamily="34" charset="0"/>
                      </a:endParaRPr>
                    </a:p>
                  </a:txBody>
                  <a:tcPr marL="106680" marR="106680">
                    <a:solidFill>
                      <a:srgbClr val="010101"/>
                    </a:solidFill>
                  </a:tcPr>
                </a:tc>
                <a:tc hMerge="1">
                  <a:tcPr marL="182880" marT="137160">
                    <a:solidFill>
                      <a:schemeClr val="tx1">
                        <a:lumMod val="95000"/>
                        <a:lumOff val="5000"/>
                      </a:schemeClr>
                    </a:solidFill>
                  </a:tcPr>
                </a:tc>
              </a:tr>
              <a:tr h="3695801">
                <a:tc>
                  <a:txBody>
                    <a:bodyPr/>
                    <a:lstStyle/>
                    <a:p>
                      <a:endParaRPr lang="en-US" sz="2000" dirty="0">
                        <a:solidFill>
                          <a:srgbClr val="1F3A4E"/>
                        </a:solidFill>
                      </a:endParaRPr>
                    </a:p>
                  </a:txBody>
                  <a:tcPr marL="106680" marR="106680">
                    <a:blipFill rotWithShape="1">
                      <a:blip r:embed="rId3"/>
                      <a:stretch>
                        <a:fillRect/>
                      </a:stretch>
                    </a:blipFill>
                  </a:tcPr>
                </a:tc>
                <a:tc>
                  <a:txBody>
                    <a:bodyPr/>
                    <a:lstStyle/>
                    <a:p>
                      <a:pPr marL="0" lvl="1" indent="0" algn="l" defTabSz="114300"/>
                      <a:r>
                        <a:rPr lang="en-US" sz="2400" b="1" baseline="0" dirty="0">
                          <a:solidFill>
                            <a:srgbClr val="FFC000"/>
                          </a:solidFill>
                          <a:latin typeface="Arial" panose="020B0704020202020204" pitchFamily="34" charset="0"/>
                          <a:cs typeface="Arial" panose="020B0704020202020204" pitchFamily="34" charset="0"/>
                        </a:rPr>
                        <a:t>Headers and text containers</a:t>
                      </a:r>
                      <a:br>
                        <a:rPr lang="en-US" sz="2000" b="0" baseline="0" dirty="0">
                          <a:solidFill>
                            <a:schemeClr val="bg1"/>
                          </a:solidFill>
                          <a:latin typeface="Arial" panose="020B0704020202020204" pitchFamily="34" charset="0"/>
                          <a:cs typeface="Arial" panose="020B0704020202020204" pitchFamily="34" charset="0"/>
                        </a:rPr>
                      </a:br>
                      <a:r>
                        <a:rPr lang="en-US" sz="2000" b="0" baseline="0" dirty="0">
                          <a:solidFill>
                            <a:schemeClr val="bg1"/>
                          </a:solidFill>
                          <a:latin typeface="Arial" panose="020B0704020202020204" pitchFamily="34" charset="0"/>
                          <a:cs typeface="Arial" panose="020B0704020202020204" pitchFamily="34" charset="0"/>
                        </a:rPr>
                        <a:t>This template includes commonly used section headers, such as Abstract, Objectives, Methods, and Results.</a:t>
                      </a:r>
                      <a:endParaRPr lang="en-US" sz="2000" b="0" baseline="0" dirty="0">
                        <a:solidFill>
                          <a:schemeClr val="bg1"/>
                        </a:solidFill>
                        <a:latin typeface="Arial" panose="020B0704020202020204" pitchFamily="34" charset="0"/>
                        <a:cs typeface="Arial" panose="020B0704020202020204" pitchFamily="34" charset="0"/>
                      </a:endParaRPr>
                    </a:p>
                    <a:p>
                      <a:pPr marL="0" lvl="1" indent="0" algn="l" defTabSz="114300"/>
                      <a:endParaRPr lang="en-US" sz="2000" b="0" baseline="0" dirty="0">
                        <a:solidFill>
                          <a:schemeClr val="bg1"/>
                        </a:solidFill>
                        <a:latin typeface="Arial" panose="020B0704020202020204" pitchFamily="34" charset="0"/>
                        <a:cs typeface="Arial" panose="020B0704020202020204" pitchFamily="34" charset="0"/>
                      </a:endParaRPr>
                    </a:p>
                    <a:p>
                      <a:pPr marL="0" lvl="1" indent="0" algn="l" defTabSz="114300"/>
                      <a:r>
                        <a:rPr lang="en-US" sz="2000" b="0" baseline="0" dirty="0">
                          <a:solidFill>
                            <a:schemeClr val="bg1"/>
                          </a:solidFill>
                          <a:latin typeface="Arial" panose="020B0704020202020204" pitchFamily="34" charset="0"/>
                          <a:cs typeface="Arial" panose="020B0704020202020204" pitchFamily="34" charset="0"/>
                        </a:rPr>
                        <a:t>Click inside a section header to add text.</a:t>
                      </a:r>
                      <a:endParaRPr lang="en-US" sz="2000" b="0" baseline="0" dirty="0">
                        <a:solidFill>
                          <a:schemeClr val="bg1"/>
                        </a:solidFill>
                        <a:latin typeface="Arial" panose="020B0704020202020204" pitchFamily="34" charset="0"/>
                        <a:cs typeface="Arial" panose="020B0704020202020204" pitchFamily="34" charset="0"/>
                      </a:endParaRPr>
                    </a:p>
                    <a:p>
                      <a:pPr marL="0" lvl="1" indent="0" algn="l" defTabSz="114300"/>
                      <a:r>
                        <a:rPr lang="en-US" sz="2000" b="0" baseline="0" dirty="0">
                          <a:solidFill>
                            <a:schemeClr val="bg1"/>
                          </a:solidFill>
                          <a:latin typeface="Arial" panose="020B0704020202020204" pitchFamily="34" charset="0"/>
                          <a:cs typeface="Arial" panose="020B0704020202020204" pitchFamily="34" charset="0"/>
                        </a:rPr>
                        <a:t>To create a new header, click the edge of the section box to outline it, then copy and paste it.</a:t>
                      </a:r>
                      <a:endParaRPr lang="en-US" sz="2000" b="0" baseline="0" dirty="0">
                        <a:solidFill>
                          <a:schemeClr val="bg1"/>
                        </a:solidFill>
                        <a:latin typeface="Arial" panose="020B0704020202020204" pitchFamily="34" charset="0"/>
                        <a:cs typeface="Arial" panose="020B0704020202020204" pitchFamily="34" charset="0"/>
                      </a:endParaRPr>
                    </a:p>
                    <a:p>
                      <a:pPr marL="0" lvl="1" indent="0" algn="l" defTabSz="114300"/>
                      <a:r>
                        <a:rPr lang="en-US" sz="2000" b="0" baseline="0" dirty="0">
                          <a:solidFill>
                            <a:schemeClr val="bg1"/>
                          </a:solidFill>
                          <a:latin typeface="Arial" panose="020B0704020202020204" pitchFamily="34" charset="0"/>
                          <a:cs typeface="Arial" panose="020B0704020202020204" pitchFamily="34" charset="0"/>
                        </a:rPr>
                        <a:t>To resize a header, click on the white circles and drag to the desired size.</a:t>
                      </a:r>
                      <a:endParaRPr lang="en-US" sz="2000" b="0" baseline="0" dirty="0">
                        <a:solidFill>
                          <a:srgbClr val="D9D9D9"/>
                        </a:solidFill>
                        <a:latin typeface="Arial" panose="020B0704020202020204" pitchFamily="34" charset="0"/>
                        <a:cs typeface="Arial" panose="020B0704020202020204" pitchFamily="34" charset="0"/>
                      </a:endParaRPr>
                    </a:p>
                  </a:txBody>
                  <a:tcPr marL="213360" marR="106680" marT="137160">
                    <a:solidFill>
                      <a:srgbClr val="010101"/>
                    </a:solidFill>
                  </a:tcPr>
                </a:tc>
              </a:tr>
              <a:tr h="3400855">
                <a:tc gridSpan="2">
                  <a:txBody>
                    <a:bodyPr/>
                    <a:lstStyle/>
                    <a:p>
                      <a:r>
                        <a:rPr lang="en-US" sz="2400" b="1" dirty="0">
                          <a:solidFill>
                            <a:srgbClr val="FFC000"/>
                          </a:solidFill>
                          <a:latin typeface="Arial" panose="020B0704020202020204" pitchFamily="34" charset="0"/>
                          <a:cs typeface="Arial" panose="020B0704020202020204" pitchFamily="34" charset="0"/>
                        </a:rPr>
                        <a:t>Adding content to the poster</a:t>
                      </a:r>
                      <a:endParaRPr lang="en-US" sz="2400" b="1" dirty="0">
                        <a:solidFill>
                          <a:srgbClr val="FFC000"/>
                        </a:solidFill>
                        <a:latin typeface="Arial" panose="020B0704020202020204" pitchFamily="34" charset="0"/>
                        <a:cs typeface="Arial" panose="020B0704020202020204" pitchFamily="34" charset="0"/>
                      </a:endParaRPr>
                    </a:p>
                    <a:p>
                      <a:r>
                        <a:rPr lang="en-US" sz="2000" baseline="0" dirty="0">
                          <a:solidFill>
                            <a:srgbClr val="D9D9D9"/>
                          </a:solidFill>
                          <a:latin typeface="Arial" panose="020B0704020202020204" pitchFamily="34" charset="0"/>
                          <a:cs typeface="Arial" panose="020B0704020202020204" pitchFamily="34" charset="0"/>
                        </a:rPr>
                        <a:t>Start by adding text to each section without worrying too much about formatting. Use the default font size initially, even if the text overflows beyond the poster’s boundaries or doesn’t completely fill the space. Add all your content, including text, graphics, and photos.</a:t>
                      </a:r>
                      <a:endParaRPr lang="en-US" sz="2000" baseline="0" dirty="0">
                        <a:solidFill>
                          <a:srgbClr val="D9D9D9"/>
                        </a:solidFill>
                        <a:latin typeface="Arial" panose="020B0704020202020204" pitchFamily="34" charset="0"/>
                        <a:cs typeface="Arial" panose="020B0704020202020204" pitchFamily="34" charset="0"/>
                      </a:endParaRPr>
                    </a:p>
                    <a:p>
                      <a:endParaRPr lang="en-US" sz="2000" baseline="0" dirty="0">
                        <a:solidFill>
                          <a:srgbClr val="D9D9D9"/>
                        </a:solidFill>
                        <a:latin typeface="Arial" panose="020B0704020202020204" pitchFamily="34" charset="0"/>
                        <a:cs typeface="Arial" panose="020B0704020202020204" pitchFamily="34" charset="0"/>
                      </a:endParaRPr>
                    </a:p>
                    <a:p>
                      <a:r>
                        <a:rPr lang="en-US" sz="2000" baseline="0" dirty="0">
                          <a:solidFill>
                            <a:srgbClr val="D9D9D9"/>
                          </a:solidFill>
                          <a:latin typeface="Arial" panose="020B0704020202020204" pitchFamily="34" charset="0"/>
                          <a:cs typeface="Arial" panose="020B0704020202020204" pitchFamily="34" charset="0"/>
                        </a:rPr>
                        <a:t>Once everything is in place, go back and adjust the size of your text, images, and other visual elements to distribute the content evenly across the poster.</a:t>
                      </a:r>
                      <a:endParaRPr lang="en-US" sz="2000" baseline="0" dirty="0">
                        <a:solidFill>
                          <a:srgbClr val="D9D9D9"/>
                        </a:solidFill>
                        <a:latin typeface="Arial" panose="020B0704020202020204" pitchFamily="34" charset="0"/>
                        <a:cs typeface="Arial" panose="020B0704020202020204" pitchFamily="34" charset="0"/>
                      </a:endParaRPr>
                    </a:p>
                    <a:p>
                      <a:endParaRPr lang="en-US" sz="2000" baseline="0" dirty="0">
                        <a:solidFill>
                          <a:srgbClr val="D9D9D9"/>
                        </a:solidFill>
                        <a:latin typeface="Arial" panose="020B0704020202020204" pitchFamily="34" charset="0"/>
                        <a:cs typeface="Arial" panose="020B0704020202020204" pitchFamily="34" charset="0"/>
                      </a:endParaRPr>
                    </a:p>
                    <a:p>
                      <a:r>
                        <a:rPr lang="en-US" sz="2000" baseline="0" dirty="0">
                          <a:solidFill>
                            <a:srgbClr val="D9D9D9"/>
                          </a:solidFill>
                          <a:latin typeface="Arial" panose="020B0704020202020204" pitchFamily="34" charset="0"/>
                          <a:cs typeface="Arial" panose="020B0704020202020204" pitchFamily="34" charset="0"/>
                        </a:rPr>
                        <a:t>Make sure everything is aligned correctly before you finalize your poster.</a:t>
                      </a:r>
                      <a:endParaRPr lang="en-US" sz="2000" baseline="0" dirty="0">
                        <a:solidFill>
                          <a:srgbClr val="D9D9D9"/>
                        </a:solidFill>
                        <a:latin typeface="Arial" panose="020B0704020202020204" pitchFamily="34" charset="0"/>
                        <a:cs typeface="Arial" panose="020B0704020202020204" pitchFamily="34" charset="0"/>
                      </a:endParaRPr>
                    </a:p>
                  </a:txBody>
                  <a:tcPr marL="106680" marR="106680">
                    <a:solidFill>
                      <a:srgbClr val="010101"/>
                    </a:solidFill>
                  </a:tcPr>
                </a:tc>
                <a:tc hMerge="1">
                  <a:tcPr marL="182880" marT="137160">
                    <a:solidFill>
                      <a:srgbClr val="010101"/>
                    </a:solidFill>
                  </a:tcPr>
                </a:tc>
              </a:tr>
              <a:tr h="2297743">
                <a:tc gridSpan="2">
                  <a:txBody>
                    <a:bodyPr/>
                    <a:lstStyle/>
                    <a:p>
                      <a:pPr marL="0" marR="0" lvl="0" indent="0" algn="l" defTabSz="1518285" rtl="0" eaLnBrk="1" fontAlgn="auto" latinLnBrk="0" hangingPunct="1">
                        <a:lnSpc>
                          <a:spcPct val="100000"/>
                        </a:lnSpc>
                        <a:spcBef>
                          <a:spcPts val="0"/>
                        </a:spcBef>
                        <a:spcAft>
                          <a:spcPts val="0"/>
                        </a:spcAft>
                        <a:buClrTx/>
                        <a:buSzTx/>
                        <a:buFontTx/>
                        <a:buNone/>
                        <a:defRPr/>
                      </a:pPr>
                      <a:r>
                        <a:rPr lang="en-US" sz="2400" b="1" noProof="0" dirty="0">
                          <a:solidFill>
                            <a:srgbClr val="FFC000"/>
                          </a:solidFill>
                          <a:latin typeface="Arial" panose="020B0704020202020204" pitchFamily="34" charset="0"/>
                          <a:cs typeface="Arial" panose="020B0704020202020204" pitchFamily="34" charset="0"/>
                        </a:rPr>
                        <a:t>Photos</a:t>
                      </a:r>
                      <a:endParaRPr lang="en-US" sz="2400" b="1" noProof="0" dirty="0">
                        <a:solidFill>
                          <a:srgbClr val="FFC000"/>
                        </a:solidFill>
                        <a:latin typeface="Arial" panose="020B0704020202020204" pitchFamily="34" charset="0"/>
                        <a:cs typeface="Arial" panose="020B0704020202020204" pitchFamily="34" charset="0"/>
                      </a:endParaRPr>
                    </a:p>
                    <a:p>
                      <a:pPr marL="0" marR="0" lvl="0" indent="0" algn="l" defTabSz="977900" rtl="0" eaLnBrk="1" fontAlgn="auto" latinLnBrk="0" hangingPunct="1">
                        <a:lnSpc>
                          <a:spcPct val="100000"/>
                        </a:lnSpc>
                        <a:spcBef>
                          <a:spcPts val="0"/>
                        </a:spcBef>
                        <a:spcAft>
                          <a:spcPts val="0"/>
                        </a:spcAft>
                        <a:buClrTx/>
                        <a:buSzTx/>
                        <a:buFontTx/>
                        <a:buNone/>
                        <a:defRPr/>
                      </a:pPr>
                      <a:r>
                        <a:rPr kumimoji="0" lang="en-US" sz="2000" b="0" i="0" u="none" strike="noStrike" kern="1200" cap="none" spc="0" normalizeH="0" baseline="0" noProof="0" dirty="0">
                          <a:ln>
                            <a:noFill/>
                          </a:ln>
                          <a:solidFill>
                            <a:srgbClr val="D9D9D9"/>
                          </a:solidFill>
                          <a:effectLst/>
                          <a:uLnTx/>
                          <a:uFillTx/>
                          <a:latin typeface="Arial" panose="020B0704020202020204"/>
                          <a:ea typeface="+mn-ea"/>
                          <a:cs typeface="Arial" panose="020B0704020202020204"/>
                        </a:rPr>
                        <a:t>To add photos, you can drag and drop them from your desktop, copy and paste, or go to INSERT &gt; PICTURES in the menu.</a:t>
                      </a:r>
                      <a:endParaRPr kumimoji="0" lang="en-US" sz="2000" b="0" i="0" u="none" strike="noStrike" kern="1200" cap="none" spc="0" normalizeH="0" baseline="0" noProof="0" dirty="0">
                        <a:ln>
                          <a:noFill/>
                        </a:ln>
                        <a:solidFill>
                          <a:srgbClr val="D9D9D9"/>
                        </a:solidFill>
                        <a:effectLst/>
                        <a:uLnTx/>
                        <a:uFillTx/>
                        <a:latin typeface="Arial" panose="020B0704020202020204"/>
                        <a:ea typeface="+mn-ea"/>
                        <a:cs typeface="Arial" panose="020B0704020202020204"/>
                      </a:endParaRPr>
                    </a:p>
                    <a:p>
                      <a:pPr marL="0" marR="0" lvl="0" indent="0" algn="l" defTabSz="977900" rtl="0" eaLnBrk="1" fontAlgn="auto" latinLnBrk="0" hangingPunct="1">
                        <a:lnSpc>
                          <a:spcPct val="100000"/>
                        </a:lnSpc>
                        <a:spcBef>
                          <a:spcPts val="0"/>
                        </a:spcBef>
                        <a:spcAft>
                          <a:spcPts val="0"/>
                        </a:spcAft>
                        <a:buClrTx/>
                        <a:buSzTx/>
                        <a:buFontTx/>
                        <a:buNone/>
                        <a:defRPr/>
                      </a:pPr>
                      <a:endParaRPr kumimoji="0" lang="en-US" sz="2000" b="0" i="0" u="none" strike="noStrike" kern="1200" cap="none" spc="0" normalizeH="0" baseline="0" noProof="0" dirty="0">
                        <a:ln>
                          <a:noFill/>
                        </a:ln>
                        <a:solidFill>
                          <a:srgbClr val="D9D9D9"/>
                        </a:solidFill>
                        <a:effectLst/>
                        <a:uLnTx/>
                        <a:uFillTx/>
                        <a:latin typeface="Arial" panose="020B0704020202020204"/>
                        <a:ea typeface="+mn-ea"/>
                        <a:cs typeface="Arial" panose="020B0704020202020204"/>
                      </a:endParaRPr>
                    </a:p>
                    <a:p>
                      <a:pPr marL="0" marR="0" lvl="0" indent="0" algn="l" defTabSz="977900" rtl="0" eaLnBrk="1" fontAlgn="auto" latinLnBrk="0" hangingPunct="1">
                        <a:lnSpc>
                          <a:spcPct val="100000"/>
                        </a:lnSpc>
                        <a:spcBef>
                          <a:spcPts val="0"/>
                        </a:spcBef>
                        <a:spcAft>
                          <a:spcPts val="0"/>
                        </a:spcAft>
                        <a:buClrTx/>
                        <a:buSzTx/>
                        <a:buFontTx/>
                        <a:buNone/>
                        <a:defRPr/>
                      </a:pPr>
                      <a:r>
                        <a:rPr kumimoji="0" lang="en-US" sz="2000" b="0" i="0" u="none" strike="noStrike" kern="1200" cap="none" spc="0" normalizeH="0" baseline="0" noProof="0" dirty="0">
                          <a:ln>
                            <a:noFill/>
                          </a:ln>
                          <a:solidFill>
                            <a:srgbClr val="D9D9D9"/>
                          </a:solidFill>
                          <a:effectLst/>
                          <a:uLnTx/>
                          <a:uFillTx/>
                          <a:latin typeface="Arial" panose="020B0704020202020204"/>
                          <a:ea typeface="+mn-ea"/>
                          <a:cs typeface="Arial" panose="020B0704020202020204"/>
                        </a:rPr>
                        <a:t>To resize images proportionally, drag one of the white corner handles (small circles or squares). The middle handles will stretch and distort your image. </a:t>
                      </a:r>
                      <a:endParaRPr kumimoji="0" lang="en-US" sz="2000" b="0" i="0" u="none" strike="noStrike" kern="1200" cap="none" spc="0" normalizeH="0" baseline="0" noProof="0" dirty="0">
                        <a:ln>
                          <a:noFill/>
                        </a:ln>
                        <a:solidFill>
                          <a:srgbClr val="D9D9D9"/>
                        </a:solidFill>
                        <a:effectLst/>
                        <a:uLnTx/>
                        <a:uFillTx/>
                        <a:latin typeface="Arial" panose="020B0704020202020204"/>
                        <a:ea typeface="+mn-ea"/>
                        <a:cs typeface="Arial" panose="020B0704020202020204"/>
                      </a:endParaRPr>
                    </a:p>
                  </a:txBody>
                  <a:tcPr marL="213360" marR="106680" marT="137160">
                    <a:solidFill>
                      <a:srgbClr val="010101"/>
                    </a:solidFill>
                  </a:tcPr>
                </a:tc>
                <a:tc hMerge="1">
                  <a:tcPr/>
                </a:tc>
              </a:tr>
              <a:tr h="2216095">
                <a:tc gridSpan="2">
                  <a:txBody>
                    <a:bodyPr/>
                    <a:lstStyle/>
                    <a:p>
                      <a:endParaRPr lang="en-US" sz="2000" dirty="0">
                        <a:solidFill>
                          <a:schemeClr val="bg1"/>
                        </a:solidFill>
                        <a:latin typeface="Arial" panose="020B0704020202020204" pitchFamily="34" charset="0"/>
                        <a:cs typeface="Arial" panose="020B0704020202020204" pitchFamily="34" charset="0"/>
                      </a:endParaRPr>
                    </a:p>
                  </a:txBody>
                  <a:tcPr marL="213360" marR="106680" marT="137160">
                    <a:blipFill rotWithShape="1">
                      <a:blip r:embed="rId4"/>
                      <a:stretch>
                        <a:fillRect/>
                      </a:stretch>
                    </a:blipFill>
                  </a:tcPr>
                </a:tc>
                <a:tc hMerge="1">
                  <a:tcPr/>
                </a:tc>
              </a:tr>
              <a:tr h="2337143">
                <a:tc gridSpan="2">
                  <a:txBody>
                    <a:bodyPr/>
                    <a:lstStyle/>
                    <a:p>
                      <a:pPr marL="0" marR="0" lvl="0" indent="0" algn="l" defTabSz="1518285" rtl="0" eaLnBrk="1" fontAlgn="auto" latinLnBrk="0" hangingPunct="1">
                        <a:lnSpc>
                          <a:spcPct val="100000"/>
                        </a:lnSpc>
                        <a:spcBef>
                          <a:spcPts val="0"/>
                        </a:spcBef>
                        <a:spcAft>
                          <a:spcPts val="0"/>
                        </a:spcAft>
                        <a:buClrTx/>
                        <a:buSzTx/>
                        <a:buFontTx/>
                        <a:buNone/>
                        <a:defRPr/>
                      </a:pPr>
                      <a:r>
                        <a:rPr lang="en-US" sz="2400" b="1" noProof="0" dirty="0">
                          <a:solidFill>
                            <a:srgbClr val="FFC000"/>
                          </a:solidFill>
                          <a:latin typeface="Arial" panose="020B0704020202020204"/>
                          <a:cs typeface="Arial" panose="020B0704020202020204"/>
                        </a:rPr>
                        <a:t>Quality check your graphics</a:t>
                      </a:r>
                      <a:endParaRPr lang="en-US" sz="2400" b="1" noProof="0" dirty="0">
                        <a:solidFill>
                          <a:srgbClr val="FFC000"/>
                        </a:solidFill>
                        <a:latin typeface="Arial" panose="020B0704020202020204"/>
                        <a:cs typeface="Arial" panose="020B0704020202020204"/>
                      </a:endParaRPr>
                    </a:p>
                    <a:p>
                      <a:pPr marL="0" marR="0" lvl="0" indent="0" algn="l" defTabSz="1518285" rtl="0" eaLnBrk="1" fontAlgn="auto" latinLnBrk="0" hangingPunct="1">
                        <a:lnSpc>
                          <a:spcPct val="100000"/>
                        </a:lnSpc>
                        <a:spcBef>
                          <a:spcPts val="0"/>
                        </a:spcBef>
                        <a:spcAft>
                          <a:spcPts val="0"/>
                        </a:spcAft>
                        <a:buClrTx/>
                        <a:buSzTx/>
                        <a:buFontTx/>
                        <a:buNone/>
                        <a:defRPr/>
                      </a:pPr>
                      <a:r>
                        <a:rPr lang="en-US" sz="2000" noProof="0" dirty="0">
                          <a:solidFill>
                            <a:srgbClr val="D9D9D9"/>
                          </a:solidFill>
                          <a:latin typeface="Arial" panose="020B0704020202020204"/>
                          <a:cs typeface="Arial" panose="020B0704020202020204"/>
                        </a:rPr>
                        <a:t>Zoom in on your images to a magnification level of 100%-200% in PowerPoint to check their clarity. This allows you to preview how the images will appear when printed. If the images look sharp and clear at this zoom level, they will likely print well without losing quality. However, if the images appear blurry or pixelated, consider using higher-resolution versions to ensure they print properly.</a:t>
                      </a:r>
                      <a:endParaRPr lang="en-US" sz="2000" noProof="0" dirty="0">
                        <a:solidFill>
                          <a:srgbClr val="D9D9D9"/>
                        </a:solidFill>
                        <a:latin typeface="Arial" panose="020B0704020202020204"/>
                        <a:cs typeface="Arial" panose="020B0704020202020204"/>
                      </a:endParaRPr>
                    </a:p>
                  </a:txBody>
                  <a:tcPr marL="213360" marR="106680" marT="137160">
                    <a:solidFill>
                      <a:srgbClr val="010101"/>
                    </a:solidFill>
                  </a:tcPr>
                </a:tc>
                <a:tc hMerge="1">
                  <a:tcPr>
                    <a:solidFill>
                      <a:schemeClr val="tx1">
                        <a:lumMod val="95000"/>
                        <a:lumOff val="5000"/>
                      </a:schemeClr>
                    </a:solidFill>
                  </a:tcPr>
                </a:tc>
              </a:tr>
              <a:tr h="3080144">
                <a:tc gridSpan="2">
                  <a:txBody>
                    <a:bodyPr/>
                    <a:lstStyle/>
                    <a:p>
                      <a:pPr marL="0" marR="0" lvl="0" indent="0" algn="l" defTabSz="1518285" rtl="0" eaLnBrk="1" fontAlgn="auto" latinLnBrk="0" hangingPunct="1">
                        <a:lnSpc>
                          <a:spcPct val="100000"/>
                        </a:lnSpc>
                        <a:spcBef>
                          <a:spcPts val="0"/>
                        </a:spcBef>
                        <a:spcAft>
                          <a:spcPts val="0"/>
                        </a:spcAft>
                        <a:buClrTx/>
                        <a:buSzTx/>
                        <a:buFontTx/>
                        <a:buNone/>
                        <a:defRPr/>
                      </a:pPr>
                      <a:endParaRPr lang="en-US" sz="2000" noProof="0" dirty="0">
                        <a:solidFill>
                          <a:schemeClr val="bg1"/>
                        </a:solidFill>
                        <a:latin typeface="Arial" panose="020B0704020202020204"/>
                        <a:cs typeface="Arial" panose="020B0704020202020204"/>
                      </a:endParaRPr>
                    </a:p>
                  </a:txBody>
                  <a:tcPr marL="213360" marR="106680" marT="137160">
                    <a:blipFill rotWithShape="1">
                      <a:blip r:embed="rId5"/>
                      <a:stretch>
                        <a:fillRect/>
                      </a:stretch>
                    </a:blipFill>
                  </a:tcPr>
                </a:tc>
                <a:tc hMerge="1">
                  <a:tcPr/>
                </a:tc>
              </a:tr>
            </a:tbl>
          </a:graphicData>
        </a:graphic>
      </p:graphicFrame>
      <p:graphicFrame>
        <p:nvGraphicFramePr>
          <p:cNvPr id="5" name="Table 4"/>
          <p:cNvGraphicFramePr>
            <a:graphicFrameLocks noGrp="1"/>
          </p:cNvGraphicFramePr>
          <p:nvPr userDrawn="1"/>
        </p:nvGraphicFramePr>
        <p:xfrm>
          <a:off x="52436183" y="0"/>
          <a:ext cx="10061067" cy="32855312"/>
        </p:xfrm>
        <a:graphic>
          <a:graphicData uri="http://schemas.openxmlformats.org/drawingml/2006/table">
            <a:tbl>
              <a:tblPr firstRow="1" bandRow="1">
                <a:tableStyleId>{5C22544A-7EE6-4342-B048-85BDC9FD1C3A}</a:tableStyleId>
              </a:tblPr>
              <a:tblGrid>
                <a:gridCol w="4499713"/>
                <a:gridCol w="687240"/>
                <a:gridCol w="4874114"/>
              </a:tblGrid>
              <a:tr h="1383946">
                <a:tc gridSpan="3">
                  <a:txBody>
                    <a:bodyPr/>
                    <a:lstStyle/>
                    <a:p>
                      <a:pPr marL="0" marR="0" indent="0" algn="ctr" defTabSz="4389120" rtl="0" eaLnBrk="1" fontAlgn="auto" latinLnBrk="0" hangingPunct="1">
                        <a:lnSpc>
                          <a:spcPct val="100000"/>
                        </a:lnSpc>
                        <a:spcBef>
                          <a:spcPts val="0"/>
                        </a:spcBef>
                        <a:spcAft>
                          <a:spcPts val="0"/>
                        </a:spcAft>
                        <a:buClrTx/>
                        <a:buSzTx/>
                        <a:buFontTx/>
                        <a:buNone/>
                        <a:defRPr/>
                      </a:pPr>
                      <a:r>
                        <a:rPr lang="en-US" sz="4000" b="0" spc="600" dirty="0">
                          <a:solidFill>
                            <a:srgbClr val="1F3A4E"/>
                          </a:solidFill>
                          <a:latin typeface="Arial Black" panose="020B0A04020102020204" pitchFamily="34" charset="0"/>
                        </a:rPr>
                        <a:t>QUICK START GUIDE</a:t>
                      </a:r>
                      <a:br>
                        <a:rPr lang="en-US" sz="4000" b="0" spc="600" dirty="0">
                          <a:solidFill>
                            <a:srgbClr val="1F3A4E"/>
                          </a:solidFill>
                          <a:latin typeface="Arial Black" panose="020B0A04020102020204" pitchFamily="34" charset="0"/>
                        </a:rPr>
                      </a:br>
                      <a:r>
                        <a:rPr lang="en-US" sz="3200" b="1" spc="0" dirty="0">
                          <a:solidFill>
                            <a:srgbClr val="FF0000"/>
                          </a:solidFill>
                          <a:latin typeface="Trebuchet MS" panose="020B0603020202020204" pitchFamily="34" charset="0"/>
                        </a:rPr>
                        <a:t>(THIS SIDEBAR WILL APPEAR ON THE POSTER)</a:t>
                      </a:r>
                      <a:endParaRPr lang="en-US" sz="4000" b="1" spc="600" dirty="0">
                        <a:solidFill>
                          <a:schemeClr val="bg1"/>
                        </a:solidFill>
                        <a:latin typeface="Trebuchet MS" panose="020B0603020202020204" pitchFamily="34" charset="0"/>
                      </a:endParaRPr>
                    </a:p>
                  </a:txBody>
                  <a:tcPr marL="213360" marR="106680" marT="137160">
                    <a:solidFill>
                      <a:srgbClr val="FFC000"/>
                    </a:solidFill>
                  </a:tcPr>
                </a:tc>
                <a:tc hMerge="1">
                  <a:tcPr/>
                </a:tc>
                <a:tc hMerge="1">
                  <a:tcPr/>
                </a:tc>
              </a:tr>
              <a:tr h="6772525">
                <a:tc>
                  <a:txBody>
                    <a:bodyPr/>
                    <a:lstStyle/>
                    <a:p>
                      <a:endParaRPr lang="en-US" sz="2000" u="none" dirty="0">
                        <a:solidFill>
                          <a:srgbClr val="FFC000"/>
                        </a:solidFill>
                      </a:endParaRPr>
                    </a:p>
                  </a:txBody>
                  <a:tcPr marL="213360" marR="106680" marT="137160">
                    <a:blipFill>
                      <a:blip r:embed="rId6"/>
                      <a:stretch>
                        <a:fillRect/>
                      </a:stretch>
                    </a:blipFill>
                  </a:tcPr>
                </a:tc>
                <a:tc gridSpan="2">
                  <a:txBody>
                    <a:bodyPr/>
                    <a:lstStyle/>
                    <a:p>
                      <a:pPr marL="0" marR="0" lvl="0" indent="0" algn="l" defTabSz="4389120" rtl="0" eaLnBrk="1" fontAlgn="auto" latinLnBrk="0" hangingPunct="1">
                        <a:lnSpc>
                          <a:spcPct val="100000"/>
                        </a:lnSpc>
                        <a:spcBef>
                          <a:spcPts val="0"/>
                        </a:spcBef>
                        <a:spcAft>
                          <a:spcPts val="0"/>
                        </a:spcAft>
                        <a:buClrTx/>
                        <a:buSzTx/>
                        <a:buFontTx/>
                        <a:buNone/>
                        <a:defRPr/>
                      </a:pPr>
                      <a:r>
                        <a:rPr kumimoji="0" lang="en-US" sz="2800" b="1" i="0" u="none" strike="noStrike" kern="1200" cap="none" spc="0" normalizeH="0" baseline="0" noProof="0" dirty="0">
                          <a:ln>
                            <a:noFill/>
                          </a:ln>
                          <a:solidFill>
                            <a:srgbClr val="FFC000"/>
                          </a:solidFill>
                          <a:effectLst/>
                          <a:uLnTx/>
                          <a:uFillTx/>
                          <a:latin typeface="Arial" panose="020B0704020202020204" pitchFamily="34" charset="0"/>
                          <a:ea typeface="+mn-ea"/>
                          <a:cs typeface="Arial" panose="020B0704020202020204" pitchFamily="34" charset="0"/>
                        </a:rPr>
                        <a:t>How to change the column layout configuration</a:t>
                      </a:r>
                      <a:endParaRPr kumimoji="0" lang="en-US" sz="2800" b="1" i="0" u="none" strike="noStrike" kern="1200" cap="none" spc="0" normalizeH="0" baseline="0" noProof="0" dirty="0">
                        <a:ln>
                          <a:noFill/>
                        </a:ln>
                        <a:solidFill>
                          <a:srgbClr val="FFC000"/>
                        </a:solidFill>
                        <a:effectLst/>
                        <a:uLnTx/>
                        <a:uFillTx/>
                        <a:latin typeface="Arial" panose="020B0704020202020204" pitchFamily="34" charset="0"/>
                        <a:ea typeface="+mn-ea"/>
                        <a:cs typeface="Arial" panose="020B0704020202020204" pitchFamily="34" charset="0"/>
                      </a:endParaRPr>
                    </a:p>
                    <a:p>
                      <a:pPr marL="0" marR="0" lvl="0" indent="0" algn="l" defTabSz="4389120" rtl="0" eaLnBrk="1" fontAlgn="auto" latinLnBrk="0" hangingPunct="1">
                        <a:lnSpc>
                          <a:spcPct val="100000"/>
                        </a:lnSpc>
                        <a:spcBef>
                          <a:spcPts val="0"/>
                        </a:spcBef>
                        <a:spcAft>
                          <a:spcPts val="0"/>
                        </a:spcAft>
                        <a:buClrTx/>
                        <a:buSzTx/>
                        <a:buFontTx/>
                        <a:buNone/>
                        <a:defRPr/>
                      </a:pPr>
                      <a:r>
                        <a:rPr kumimoji="0" lang="en-US" sz="2400" b="0" i="0" u="none" strike="noStrike" kern="1200" cap="none" spc="0" normalizeH="0" baseline="0" noProof="0" dirty="0">
                          <a:ln>
                            <a:noFill/>
                          </a:ln>
                          <a:solidFill>
                            <a:srgbClr val="D9D9D9"/>
                          </a:solidFill>
                          <a:effectLst/>
                          <a:uLnTx/>
                          <a:uFillTx/>
                          <a:latin typeface="Arial" panose="020B0704020202020204" pitchFamily="34" charset="0"/>
                          <a:ea typeface="+mn-ea"/>
                          <a:cs typeface="Arial" panose="020B0704020202020204" pitchFamily="34" charset="0"/>
                        </a:rPr>
                        <a:t>Most templates offer several layout configurations, including options for four, three, two, or one column. To change the column configuration of your poster, go to the Home tab and select Layout. A drop-down menu will display all available layout options for the template.</a:t>
                      </a:r>
                      <a:endParaRPr lang="en-US" sz="2000" u="none" dirty="0">
                        <a:solidFill>
                          <a:srgbClr val="FFC000"/>
                        </a:solidFill>
                      </a:endParaRPr>
                    </a:p>
                  </a:txBody>
                  <a:tcPr marL="213360" marR="106680" marT="137160">
                    <a:solidFill>
                      <a:schemeClr val="tx1"/>
                    </a:solidFill>
                  </a:tcPr>
                </a:tc>
                <a:tc hMerge="1">
                  <a:tcPr marL="182880" marT="137160">
                    <a:solidFill>
                      <a:schemeClr val="tx1"/>
                    </a:solidFill>
                  </a:tcPr>
                </a:tc>
              </a:tr>
              <a:tr h="2445634">
                <a:tc>
                  <a:txBody>
                    <a:bodyPr/>
                    <a:lstStyle/>
                    <a:p>
                      <a:pPr marL="0" marR="0" lvl="0" indent="0" algn="l" defTabSz="1518285" rtl="0" eaLnBrk="1" fontAlgn="auto" latinLnBrk="0" hangingPunct="1">
                        <a:lnSpc>
                          <a:spcPct val="100000"/>
                        </a:lnSpc>
                        <a:spcBef>
                          <a:spcPts val="0"/>
                        </a:spcBef>
                        <a:spcAft>
                          <a:spcPts val="0"/>
                        </a:spcAft>
                        <a:buClrTx/>
                        <a:buSzTx/>
                        <a:buFontTx/>
                        <a:buNone/>
                        <a:defRPr/>
                      </a:pPr>
                      <a:endParaRPr lang="en-US" sz="2400" noProof="0" dirty="0">
                        <a:solidFill>
                          <a:srgbClr val="D9D9D9"/>
                        </a:solidFill>
                        <a:latin typeface="Arial" panose="020B0704020202020204" pitchFamily="34" charset="0"/>
                        <a:cs typeface="Arial" panose="020B0704020202020204" pitchFamily="34" charset="0"/>
                      </a:endParaRPr>
                    </a:p>
                    <a:p>
                      <a:pPr marL="0" marR="0" lvl="0" indent="0" algn="l" defTabSz="1518285" rtl="0" eaLnBrk="1" fontAlgn="auto" latinLnBrk="0" hangingPunct="1">
                        <a:lnSpc>
                          <a:spcPct val="100000"/>
                        </a:lnSpc>
                        <a:spcBef>
                          <a:spcPts val="0"/>
                        </a:spcBef>
                        <a:spcAft>
                          <a:spcPts val="0"/>
                        </a:spcAft>
                        <a:buClrTx/>
                        <a:buSzTx/>
                        <a:buFontTx/>
                        <a:buNone/>
                        <a:defRPr/>
                      </a:pPr>
                      <a:endParaRPr lang="en-US" sz="2400" noProof="0" dirty="0">
                        <a:solidFill>
                          <a:srgbClr val="D9D9D9"/>
                        </a:solidFill>
                        <a:latin typeface="Arial" panose="020B0704020202020204" pitchFamily="34" charset="0"/>
                        <a:cs typeface="Arial" panose="020B0704020202020204" pitchFamily="34" charset="0"/>
                      </a:endParaRPr>
                    </a:p>
                    <a:p>
                      <a:pPr marL="0" marR="0" lvl="0" indent="0" algn="l" defTabSz="1518285" rtl="0" eaLnBrk="1" fontAlgn="auto" latinLnBrk="0" hangingPunct="1">
                        <a:lnSpc>
                          <a:spcPct val="100000"/>
                        </a:lnSpc>
                        <a:spcBef>
                          <a:spcPts val="0"/>
                        </a:spcBef>
                        <a:spcAft>
                          <a:spcPts val="0"/>
                        </a:spcAft>
                        <a:buClrTx/>
                        <a:buSzTx/>
                        <a:buFontTx/>
                        <a:buNone/>
                        <a:defRPr/>
                      </a:pPr>
                      <a:endParaRPr lang="en-US" sz="2400" noProof="0" dirty="0">
                        <a:solidFill>
                          <a:srgbClr val="D9D9D9"/>
                        </a:solidFill>
                        <a:latin typeface="Arial" panose="020B0704020202020204" pitchFamily="34" charset="0"/>
                        <a:cs typeface="Arial" panose="020B0704020202020204" pitchFamily="34" charset="0"/>
                      </a:endParaRPr>
                    </a:p>
                    <a:p>
                      <a:pPr marL="0" marR="0" lvl="0" indent="0" algn="l" defTabSz="1518285" rtl="0" eaLnBrk="1" fontAlgn="auto" latinLnBrk="0" hangingPunct="1">
                        <a:lnSpc>
                          <a:spcPct val="100000"/>
                        </a:lnSpc>
                        <a:spcBef>
                          <a:spcPts val="0"/>
                        </a:spcBef>
                        <a:spcAft>
                          <a:spcPts val="0"/>
                        </a:spcAft>
                        <a:buClrTx/>
                        <a:buSzTx/>
                        <a:buFontTx/>
                        <a:buNone/>
                        <a:defRPr/>
                      </a:pPr>
                      <a:endParaRPr lang="en-US" sz="2400" noProof="0" dirty="0">
                        <a:solidFill>
                          <a:srgbClr val="D9D9D9"/>
                        </a:solidFill>
                        <a:latin typeface="Arial" panose="020B0704020202020204" pitchFamily="34" charset="0"/>
                        <a:cs typeface="Arial" panose="020B0704020202020204" pitchFamily="34" charset="0"/>
                      </a:endParaRPr>
                    </a:p>
                    <a:p>
                      <a:pPr marL="0" marR="0" lvl="0" indent="0" algn="l" defTabSz="1518285" rtl="0" eaLnBrk="1" fontAlgn="auto" latinLnBrk="0" hangingPunct="1">
                        <a:lnSpc>
                          <a:spcPct val="100000"/>
                        </a:lnSpc>
                        <a:spcBef>
                          <a:spcPts val="0"/>
                        </a:spcBef>
                        <a:spcAft>
                          <a:spcPts val="0"/>
                        </a:spcAft>
                        <a:buClrTx/>
                        <a:buSzTx/>
                        <a:buFontTx/>
                        <a:buNone/>
                        <a:defRPr/>
                      </a:pPr>
                      <a:r>
                        <a:rPr lang="en-US" sz="2400" noProof="0" dirty="0">
                          <a:solidFill>
                            <a:srgbClr val="D9D9D9"/>
                          </a:solidFill>
                          <a:latin typeface="Arial" panose="020B0704020202020204" pitchFamily="34" charset="0"/>
                          <a:cs typeface="Arial" panose="020B0704020202020204" pitchFamily="34" charset="0"/>
                        </a:rPr>
                        <a:t>1. Click on the View tab, and then click Slide Master</a:t>
                      </a:r>
                      <a:endParaRPr lang="en-US" sz="2400" noProof="0" dirty="0">
                        <a:solidFill>
                          <a:srgbClr val="D9D9D9"/>
                        </a:solidFill>
                        <a:latin typeface="Arial" panose="020B0704020202020204" pitchFamily="34" charset="0"/>
                        <a:cs typeface="Arial" panose="020B0704020202020204" pitchFamily="34" charset="0"/>
                      </a:endParaRPr>
                    </a:p>
                  </a:txBody>
                  <a:tcPr marL="213360" marR="106680" marT="137160">
                    <a:blipFill>
                      <a:blip r:embed="rId7"/>
                      <a:stretch>
                        <a:fillRect/>
                      </a:stretch>
                    </a:blipFill>
                  </a:tcPr>
                </a:tc>
                <a:tc rowSpan="3" gridSpan="2">
                  <a:txBody>
                    <a:bodyPr/>
                    <a:lstStyle/>
                    <a:p>
                      <a:pPr marL="0" marR="0" lvl="0" indent="0" algn="l" defTabSz="1518285" rtl="0" eaLnBrk="1" fontAlgn="auto" latinLnBrk="0" hangingPunct="1">
                        <a:lnSpc>
                          <a:spcPct val="100000"/>
                        </a:lnSpc>
                        <a:spcBef>
                          <a:spcPts val="0"/>
                        </a:spcBef>
                        <a:spcAft>
                          <a:spcPts val="0"/>
                        </a:spcAft>
                        <a:buClrTx/>
                        <a:buSzTx/>
                        <a:buFontTx/>
                        <a:buNone/>
                        <a:defRPr/>
                      </a:pPr>
                      <a:r>
                        <a:rPr lang="en-US" sz="2800" b="1" noProof="0" dirty="0">
                          <a:solidFill>
                            <a:srgbClr val="FFC000"/>
                          </a:solidFill>
                          <a:latin typeface="Arial" panose="020B0704020202020204" pitchFamily="34" charset="0"/>
                          <a:cs typeface="Arial" panose="020B0704020202020204" pitchFamily="34" charset="0"/>
                        </a:rPr>
                        <a:t>How to delete the QUICK START GUIDE bars from the sides of this template</a:t>
                      </a:r>
                      <a:endParaRPr lang="en-US" sz="2800" b="1" noProof="0" dirty="0">
                        <a:solidFill>
                          <a:srgbClr val="FFC000"/>
                        </a:solidFill>
                        <a:latin typeface="Arial" panose="020B0704020202020204" pitchFamily="34" charset="0"/>
                        <a:cs typeface="Arial" panose="020B07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2400" noProof="0" dirty="0">
                          <a:solidFill>
                            <a:srgbClr val="D9D9D9"/>
                          </a:solidFill>
                          <a:latin typeface="Arial" panose="020B0704020202020204" pitchFamily="34" charset="0"/>
                          <a:cs typeface="Arial" panose="020B0704020202020204" pitchFamily="34" charset="0"/>
                        </a:rPr>
                        <a:t>The Quick Start Guides are positioned outside the template's printable area, so they will not appear on the printed poster.</a:t>
                      </a:r>
                      <a:endParaRPr lang="en-US" sz="2400" noProof="0" dirty="0">
                        <a:solidFill>
                          <a:srgbClr val="D9D9D9"/>
                        </a:solidFill>
                        <a:latin typeface="Arial" panose="020B0704020202020204" pitchFamily="34" charset="0"/>
                        <a:cs typeface="Arial" panose="020B07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defRPr/>
                      </a:pPr>
                      <a:endParaRPr lang="en-US" sz="2400" noProof="0" dirty="0">
                        <a:solidFill>
                          <a:srgbClr val="D9D9D9"/>
                        </a:solidFill>
                        <a:latin typeface="Arial" panose="020B0704020202020204" pitchFamily="34" charset="0"/>
                        <a:cs typeface="Arial" panose="020B07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2400" noProof="0" dirty="0">
                          <a:solidFill>
                            <a:srgbClr val="D9D9D9"/>
                          </a:solidFill>
                          <a:latin typeface="Arial" panose="020B0704020202020204" pitchFamily="34" charset="0"/>
                          <a:cs typeface="Arial" panose="020B0704020202020204" pitchFamily="34" charset="0"/>
                        </a:rPr>
                        <a:t>If you save the file as a PDF using the Save As menu, the guides will also be excluded.</a:t>
                      </a:r>
                      <a:endParaRPr lang="en-US" sz="2400" noProof="0" dirty="0">
                        <a:solidFill>
                          <a:srgbClr val="D9D9D9"/>
                        </a:solidFill>
                        <a:latin typeface="Arial" panose="020B0704020202020204" pitchFamily="34" charset="0"/>
                        <a:cs typeface="Arial" panose="020B07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defRPr/>
                      </a:pPr>
                      <a:endParaRPr lang="en-US" sz="2400" noProof="0" dirty="0">
                        <a:solidFill>
                          <a:srgbClr val="D9D9D9"/>
                        </a:solidFill>
                        <a:latin typeface="Arial" panose="020B0704020202020204" pitchFamily="34" charset="0"/>
                        <a:cs typeface="Arial" panose="020B07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2400" noProof="0" dirty="0">
                          <a:solidFill>
                            <a:srgbClr val="D9D9D9"/>
                          </a:solidFill>
                          <a:latin typeface="Arial" panose="020B0704020202020204" pitchFamily="34" charset="0"/>
                          <a:cs typeface="Arial" panose="020B0704020202020204" pitchFamily="34" charset="0"/>
                        </a:rPr>
                        <a:t>Alternatively, you can remove them directly from the Slide Master.</a:t>
                      </a:r>
                      <a:endParaRPr lang="en-US" sz="2400" noProof="0" dirty="0">
                        <a:solidFill>
                          <a:srgbClr val="D9D9D9"/>
                        </a:solidFill>
                        <a:latin typeface="Arial" panose="020B0704020202020204" pitchFamily="34" charset="0"/>
                        <a:cs typeface="Arial" panose="020B0704020202020204" pitchFamily="34" charset="0"/>
                      </a:endParaRPr>
                    </a:p>
                  </a:txBody>
                  <a:tcPr marL="213360" marR="106680" marT="137160">
                    <a:solidFill>
                      <a:srgbClr val="010101"/>
                    </a:solidFill>
                  </a:tcPr>
                </a:tc>
                <a:tc rowSpan="3" hMerge="1">
                  <a:tcPr marL="182880" marT="137160">
                    <a:solidFill>
                      <a:srgbClr val="010101"/>
                    </a:solidFill>
                  </a:tcPr>
                </a:tc>
              </a:tr>
              <a:tr h="1631081">
                <a:tc>
                  <a:txBody>
                    <a:bodyPr/>
                    <a:lstStyle/>
                    <a:p>
                      <a:pPr marL="0" marR="0" lvl="0" indent="0" algn="l" defTabSz="1518285" rtl="0" eaLnBrk="1" fontAlgn="auto" latinLnBrk="0" hangingPunct="1">
                        <a:lnSpc>
                          <a:spcPct val="100000"/>
                        </a:lnSpc>
                        <a:spcBef>
                          <a:spcPts val="0"/>
                        </a:spcBef>
                        <a:spcAft>
                          <a:spcPts val="0"/>
                        </a:spcAft>
                        <a:buClrTx/>
                        <a:buSzTx/>
                        <a:buFontTx/>
                        <a:buNone/>
                        <a:defRPr/>
                      </a:pPr>
                      <a:endParaRPr lang="en-US" sz="2400" noProof="0" dirty="0">
                        <a:solidFill>
                          <a:srgbClr val="D9D9D9"/>
                        </a:solidFill>
                        <a:latin typeface="Arial" panose="020B0704020202020204" pitchFamily="34" charset="0"/>
                        <a:cs typeface="Arial" panose="020B0704020202020204" pitchFamily="34" charset="0"/>
                      </a:endParaRPr>
                    </a:p>
                  </a:txBody>
                  <a:tcPr marL="213360" marR="106680" marT="137160">
                    <a:blipFill>
                      <a:blip r:embed="rId8"/>
                      <a:stretch>
                        <a:fillRect/>
                      </a:stretch>
                    </a:blipFill>
                  </a:tcPr>
                </a:tc>
                <a:tc vMerge="1" gridSpan="2">
                  <a:tcPr marL="182880" marT="137160">
                    <a:blipFill>
                      <a:blip r:embed="rId8"/>
                      <a:stretch>
                        <a:fillRect/>
                      </a:stretch>
                    </a:blipFill>
                  </a:tcPr>
                </a:tc>
                <a:tc vMerge="1" hMerge="1">
                  <a:tcPr/>
                </a:tc>
              </a:tr>
              <a:tr h="2727688">
                <a:tc>
                  <a:txBody>
                    <a:bodyPr/>
                    <a:lstStyle/>
                    <a:p>
                      <a:pPr marL="0" marR="0" lvl="0" indent="0" algn="l" defTabSz="1518285" rtl="0" eaLnBrk="1" fontAlgn="auto" latinLnBrk="0" hangingPunct="1">
                        <a:lnSpc>
                          <a:spcPct val="100000"/>
                        </a:lnSpc>
                        <a:spcBef>
                          <a:spcPts val="0"/>
                        </a:spcBef>
                        <a:spcAft>
                          <a:spcPts val="0"/>
                        </a:spcAft>
                        <a:buClrTx/>
                        <a:buSzTx/>
                        <a:buFontTx/>
                        <a:buNone/>
                        <a:defRPr/>
                      </a:pPr>
                      <a:r>
                        <a:rPr lang="en-US" sz="2400" noProof="0" dirty="0">
                          <a:solidFill>
                            <a:srgbClr val="D9D9D9"/>
                          </a:solidFill>
                          <a:latin typeface="Arial" panose="020B0704020202020204" pitchFamily="34" charset="0"/>
                          <a:cs typeface="Arial" panose="020B0704020202020204" pitchFamily="34" charset="0"/>
                        </a:rPr>
                        <a:t>2. Select the Master you are working on.</a:t>
                      </a:r>
                      <a:endParaRPr lang="en-US" sz="2400" noProof="0" dirty="0">
                        <a:solidFill>
                          <a:srgbClr val="D9D9D9"/>
                        </a:solidFill>
                        <a:latin typeface="Arial" panose="020B0704020202020204" pitchFamily="34" charset="0"/>
                        <a:cs typeface="Arial" panose="020B0704020202020204" pitchFamily="34" charset="0"/>
                      </a:endParaRPr>
                    </a:p>
                    <a:p>
                      <a:pPr marL="0" marR="0" lvl="0" indent="0" algn="l" defTabSz="1518285" rtl="0" eaLnBrk="1" fontAlgn="auto" latinLnBrk="0" hangingPunct="1">
                        <a:lnSpc>
                          <a:spcPct val="100000"/>
                        </a:lnSpc>
                        <a:spcBef>
                          <a:spcPts val="0"/>
                        </a:spcBef>
                        <a:spcAft>
                          <a:spcPts val="0"/>
                        </a:spcAft>
                        <a:buClrTx/>
                        <a:buSzTx/>
                        <a:buFontTx/>
                        <a:buNone/>
                        <a:defRPr/>
                      </a:pPr>
                      <a:r>
                        <a:rPr lang="en-US" sz="2400" noProof="0" dirty="0">
                          <a:solidFill>
                            <a:srgbClr val="D9D9D9"/>
                          </a:solidFill>
                          <a:latin typeface="Arial" panose="020B0704020202020204" pitchFamily="34" charset="0"/>
                          <a:cs typeface="Arial" panose="020B0704020202020204" pitchFamily="34" charset="0"/>
                        </a:rPr>
                        <a:t>3. Click on the border of the Guide box and delete.</a:t>
                      </a:r>
                      <a:br>
                        <a:rPr lang="en-US" sz="2400" noProof="0" dirty="0">
                          <a:solidFill>
                            <a:srgbClr val="D9D9D9"/>
                          </a:solidFill>
                          <a:latin typeface="Arial" panose="020B0704020202020204" pitchFamily="34" charset="0"/>
                          <a:cs typeface="Arial" panose="020B0704020202020204" pitchFamily="34" charset="0"/>
                        </a:rPr>
                      </a:br>
                      <a:r>
                        <a:rPr lang="en-US" sz="2400" noProof="0" dirty="0">
                          <a:solidFill>
                            <a:srgbClr val="D9D9D9"/>
                          </a:solidFill>
                          <a:latin typeface="Arial" panose="020B0704020202020204" pitchFamily="34" charset="0"/>
                          <a:cs typeface="Arial" panose="020B0704020202020204" pitchFamily="34" charset="0"/>
                        </a:rPr>
                        <a:t>4. IMPORTANT: Do not forget to exit the Master when finished.</a:t>
                      </a:r>
                      <a:endParaRPr lang="en-US" sz="2400" noProof="0" dirty="0">
                        <a:solidFill>
                          <a:srgbClr val="D9D9D9"/>
                        </a:solidFill>
                        <a:latin typeface="Arial" panose="020B0704020202020204" pitchFamily="34" charset="0"/>
                        <a:cs typeface="Arial" panose="020B0704020202020204" pitchFamily="34" charset="0"/>
                      </a:endParaRPr>
                    </a:p>
                  </a:txBody>
                  <a:tcPr marL="213360" marR="106680" marT="137160">
                    <a:solidFill>
                      <a:srgbClr val="010101"/>
                    </a:solidFill>
                  </a:tcPr>
                </a:tc>
                <a:tc vMerge="1" gridSpan="2">
                  <a:tcPr marL="182880" marT="137160">
                    <a:solidFill>
                      <a:srgbClr val="010101"/>
                    </a:solidFill>
                  </a:tcPr>
                </a:tc>
                <a:tc vMerge="1" hMerge="1">
                  <a:tcPr marL="182880" marT="137160">
                    <a:solidFill>
                      <a:srgbClr val="010101"/>
                    </a:solidFill>
                  </a:tcPr>
                </a:tc>
              </a:tr>
              <a:tr h="4667376">
                <a:tc>
                  <a:txBody>
                    <a:bodyPr/>
                    <a:lstStyle/>
                    <a:p>
                      <a:r>
                        <a:rPr lang="en-US" sz="2800" b="1" dirty="0">
                          <a:solidFill>
                            <a:srgbClr val="FFC000"/>
                          </a:solidFill>
                          <a:latin typeface="Arial" panose="020B0704020202020204" pitchFamily="34" charset="0"/>
                          <a:cs typeface="Arial" panose="020B0704020202020204" pitchFamily="34" charset="0"/>
                        </a:rPr>
                        <a:t>How to</a:t>
                      </a:r>
                      <a:r>
                        <a:rPr lang="en-US" sz="2800" b="1" baseline="0" dirty="0">
                          <a:solidFill>
                            <a:srgbClr val="FFC000"/>
                          </a:solidFill>
                          <a:latin typeface="Arial" panose="020B0704020202020204" pitchFamily="34" charset="0"/>
                          <a:cs typeface="Arial" panose="020B0704020202020204" pitchFamily="34" charset="0"/>
                        </a:rPr>
                        <a:t> preview your poster prior to printing</a:t>
                      </a:r>
                      <a:endParaRPr lang="en-US" sz="2800" b="1" dirty="0">
                        <a:solidFill>
                          <a:srgbClr val="FFC000"/>
                        </a:solidFill>
                        <a:latin typeface="Arial" panose="020B0704020202020204" pitchFamily="34" charset="0"/>
                        <a:cs typeface="Arial" panose="020B0704020202020204" pitchFamily="34" charset="0"/>
                      </a:endParaRPr>
                    </a:p>
                    <a:p>
                      <a:r>
                        <a:rPr lang="en-US" sz="2400" dirty="0">
                          <a:solidFill>
                            <a:srgbClr val="D9D9D9"/>
                          </a:solidFill>
                          <a:latin typeface="Arial" panose="020B0704020202020204" pitchFamily="34" charset="0"/>
                          <a:cs typeface="Arial" panose="020B0704020202020204" pitchFamily="34" charset="0"/>
                        </a:rPr>
                        <a:t>You can preview your poster at any time by pressing the </a:t>
                      </a:r>
                      <a:r>
                        <a:rPr lang="en-US" sz="2400" b="1" dirty="0">
                          <a:solidFill>
                            <a:srgbClr val="FFC000"/>
                          </a:solidFill>
                          <a:latin typeface="Arial" panose="020B0704020202020204" pitchFamily="34" charset="0"/>
                          <a:cs typeface="Arial" panose="020B0704020202020204" pitchFamily="34" charset="0"/>
                        </a:rPr>
                        <a:t>F5 key </a:t>
                      </a:r>
                      <a:r>
                        <a:rPr lang="en-US" sz="2400" dirty="0">
                          <a:solidFill>
                            <a:srgbClr val="D9D9D9"/>
                          </a:solidFill>
                          <a:latin typeface="Arial" panose="020B0704020202020204" pitchFamily="34" charset="0"/>
                          <a:cs typeface="Arial" panose="020B0704020202020204" pitchFamily="34" charset="0"/>
                        </a:rPr>
                        <a:t>on your keyboard (Windows) or by clicking on the SLIDESHOW tab. This will display your poster on the screen, showing how it will appear when printed. To exit the preview, press the </a:t>
                      </a:r>
                      <a:r>
                        <a:rPr lang="en-US" sz="2400" b="1" dirty="0">
                          <a:solidFill>
                            <a:srgbClr val="FFC000"/>
                          </a:solidFill>
                          <a:latin typeface="Arial" panose="020B0704020202020204" pitchFamily="34" charset="0"/>
                          <a:cs typeface="Arial" panose="020B0704020202020204" pitchFamily="34" charset="0"/>
                        </a:rPr>
                        <a:t>ESC</a:t>
                      </a:r>
                      <a:r>
                        <a:rPr lang="en-US" sz="2400" dirty="0">
                          <a:solidFill>
                            <a:srgbClr val="D9D9D9"/>
                          </a:solidFill>
                          <a:latin typeface="Arial" panose="020B0704020202020204" pitchFamily="34" charset="0"/>
                          <a:cs typeface="Arial" panose="020B0704020202020204" pitchFamily="34" charset="0"/>
                        </a:rPr>
                        <a:t> key.</a:t>
                      </a:r>
                      <a:endParaRPr lang="en-US" sz="2400" dirty="0">
                        <a:solidFill>
                          <a:srgbClr val="D9D9D9"/>
                        </a:solidFill>
                        <a:latin typeface="Arial" panose="020B0704020202020204" pitchFamily="34" charset="0"/>
                        <a:cs typeface="Arial" panose="020B0704020202020204" pitchFamily="34" charset="0"/>
                      </a:endParaRPr>
                    </a:p>
                  </a:txBody>
                  <a:tcPr marL="213360" marR="106680" marT="137160">
                    <a:solidFill>
                      <a:srgbClr val="010101"/>
                    </a:solidFill>
                  </a:tcPr>
                </a:tc>
                <a:tc gridSpan="2">
                  <a:txBody>
                    <a:bodyPr/>
                    <a:lstStyle/>
                    <a:p>
                      <a:pPr algn="ctr"/>
                      <a:r>
                        <a:rPr lang="en-US" sz="11500" b="1" dirty="0">
                          <a:solidFill>
                            <a:srgbClr val="D9D9D9"/>
                          </a:solidFill>
                          <a:latin typeface="Arial" panose="020B0704020202020204" pitchFamily="34" charset="0"/>
                          <a:cs typeface="Arial" panose="020B0704020202020204" pitchFamily="34" charset="0"/>
                        </a:rPr>
                        <a:t>F5</a:t>
                      </a:r>
                      <a:br>
                        <a:rPr lang="en-US" sz="11500" b="1" dirty="0">
                          <a:solidFill>
                            <a:srgbClr val="D9D9D9"/>
                          </a:solidFill>
                          <a:latin typeface="Arial" panose="020B0704020202020204" pitchFamily="34" charset="0"/>
                          <a:cs typeface="Arial" panose="020B0704020202020204" pitchFamily="34" charset="0"/>
                        </a:rPr>
                      </a:br>
                      <a:r>
                        <a:rPr lang="en-US" sz="2800" b="1" dirty="0">
                          <a:solidFill>
                            <a:srgbClr val="D9D9D9"/>
                          </a:solidFill>
                          <a:latin typeface="Arial" panose="020B0704020202020204" pitchFamily="34" charset="0"/>
                          <a:cs typeface="Arial" panose="020B0704020202020204" pitchFamily="34" charset="0"/>
                        </a:rPr>
                        <a:t>(Windows)</a:t>
                      </a:r>
                      <a:br>
                        <a:rPr lang="en-US" sz="2800" b="1" dirty="0">
                          <a:solidFill>
                            <a:srgbClr val="D9D9D9"/>
                          </a:solidFill>
                          <a:latin typeface="Arial" panose="020B0704020202020204" pitchFamily="34" charset="0"/>
                          <a:cs typeface="Arial" panose="020B0704020202020204" pitchFamily="34" charset="0"/>
                        </a:rPr>
                      </a:br>
                      <a:r>
                        <a:rPr lang="en-US" sz="2800" b="1" dirty="0">
                          <a:solidFill>
                            <a:srgbClr val="D9D9D9"/>
                          </a:solidFill>
                          <a:latin typeface="Arial" panose="020B0704020202020204" pitchFamily="34" charset="0"/>
                          <a:cs typeface="Arial" panose="020B0704020202020204" pitchFamily="34" charset="0"/>
                        </a:rPr>
                        <a:t>Or click on the SLIDESHOW tab (Mac and Windows)</a:t>
                      </a:r>
                      <a:endParaRPr lang="en-US" sz="2400" dirty="0">
                        <a:solidFill>
                          <a:srgbClr val="D9D9D9"/>
                        </a:solidFill>
                        <a:latin typeface="Arial" panose="020B0704020202020204" pitchFamily="34" charset="0"/>
                        <a:cs typeface="Arial" panose="020B0704020202020204" pitchFamily="34" charset="0"/>
                      </a:endParaRPr>
                    </a:p>
                  </a:txBody>
                  <a:tcPr marL="213360" marR="106680" marT="137160" anchor="ctr">
                    <a:solidFill>
                      <a:schemeClr val="tx1">
                        <a:lumMod val="95000"/>
                        <a:lumOff val="5000"/>
                      </a:schemeClr>
                    </a:solidFill>
                  </a:tcPr>
                </a:tc>
                <a:tc hMerge="1">
                  <a:tcPr marL="182880" marT="137160" anchor="ctr">
                    <a:solidFill>
                      <a:schemeClr val="tx1">
                        <a:lumMod val="95000"/>
                        <a:lumOff val="5000"/>
                      </a:schemeClr>
                    </a:solidFill>
                  </a:tcPr>
                </a:tc>
              </a:tr>
              <a:tr h="4765850">
                <a:tc gridSpan="3">
                  <a:txBody>
                    <a:bodyPr/>
                    <a:lstStyle/>
                    <a:p>
                      <a:pPr marL="0" marR="0" lvl="0" indent="0" algn="l" defTabSz="1518285" rtl="0" eaLnBrk="1" fontAlgn="auto" latinLnBrk="0" hangingPunct="1">
                        <a:lnSpc>
                          <a:spcPct val="100000"/>
                        </a:lnSpc>
                        <a:spcBef>
                          <a:spcPts val="0"/>
                        </a:spcBef>
                        <a:spcAft>
                          <a:spcPts val="0"/>
                        </a:spcAft>
                        <a:buClrTx/>
                        <a:buSzTx/>
                        <a:buFontTx/>
                        <a:buNone/>
                        <a:defRPr/>
                      </a:pPr>
                      <a:r>
                        <a:rPr lang="en-US" sz="2800" b="1" noProof="0" dirty="0">
                          <a:solidFill>
                            <a:srgbClr val="FFC000"/>
                          </a:solidFill>
                          <a:latin typeface="Arial" panose="020B0704020202020204"/>
                          <a:cs typeface="Arial" panose="020B0704020202020204"/>
                        </a:rPr>
                        <a:t>Printing your poster</a:t>
                      </a:r>
                      <a:endParaRPr lang="en-US" sz="2800" b="1" noProof="0" dirty="0">
                        <a:solidFill>
                          <a:srgbClr val="FFC000"/>
                        </a:solidFill>
                        <a:latin typeface="Arial" panose="020B0704020202020204"/>
                        <a:cs typeface="Arial" panose="020B0704020202020204"/>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2400" noProof="0" dirty="0">
                          <a:solidFill>
                            <a:srgbClr val="D9D9D9"/>
                          </a:solidFill>
                          <a:latin typeface="Arial" panose="020B0704020202020204"/>
                          <a:cs typeface="Arial" panose="020B0704020202020204"/>
                        </a:rPr>
                        <a:t>To print your poster, visit </a:t>
                      </a:r>
                      <a:r>
                        <a:rPr lang="en-US" sz="2400" noProof="0" dirty="0" err="1">
                          <a:solidFill>
                            <a:srgbClr val="FFC000"/>
                          </a:solidFill>
                          <a:latin typeface="Arial" panose="020B0704020202020204"/>
                          <a:cs typeface="Arial" panose="020B0704020202020204"/>
                        </a:rPr>
                        <a:t>PosterPresentations.com</a:t>
                      </a:r>
                      <a:r>
                        <a:rPr lang="en-US" sz="2400" noProof="0" dirty="0">
                          <a:solidFill>
                            <a:srgbClr val="FFC000"/>
                          </a:solidFill>
                          <a:latin typeface="Arial" panose="020B0704020202020204"/>
                          <a:cs typeface="Arial" panose="020B0704020202020204"/>
                        </a:rPr>
                        <a:t> </a:t>
                      </a:r>
                      <a:r>
                        <a:rPr lang="en-US" sz="2400" noProof="0" dirty="0">
                          <a:solidFill>
                            <a:srgbClr val="D9D9D9"/>
                          </a:solidFill>
                          <a:latin typeface="Arial" panose="020B0704020202020204"/>
                          <a:cs typeface="Arial" panose="020B0704020202020204"/>
                        </a:rPr>
                        <a:t>and click the "</a:t>
                      </a:r>
                      <a:r>
                        <a:rPr lang="en-US" sz="2400" noProof="0" dirty="0">
                          <a:solidFill>
                            <a:srgbClr val="FFC000"/>
                          </a:solidFill>
                          <a:latin typeface="Arial" panose="020B0704020202020204"/>
                          <a:cs typeface="Arial" panose="020B0704020202020204"/>
                        </a:rPr>
                        <a:t>PRINT</a:t>
                      </a:r>
                      <a:r>
                        <a:rPr lang="en-US" sz="2400" noProof="0" dirty="0">
                          <a:solidFill>
                            <a:srgbClr val="D9D9D9"/>
                          </a:solidFill>
                          <a:latin typeface="Arial" panose="020B0704020202020204"/>
                          <a:cs typeface="Arial" panose="020B0704020202020204"/>
                        </a:rPr>
                        <a:t>" button, or choose from the available poster types. Options include professional paper, fabric for convenient travel, trifold, and other printing materials.</a:t>
                      </a:r>
                      <a:endParaRPr lang="en-US" sz="2400" noProof="0" dirty="0">
                        <a:solidFill>
                          <a:srgbClr val="D9D9D9"/>
                        </a:solidFill>
                        <a:latin typeface="Arial" panose="020B0704020202020204"/>
                        <a:cs typeface="Arial" panose="020B0704020202020204"/>
                      </a:endParaRPr>
                    </a:p>
                    <a:p>
                      <a:pPr marL="0" marR="0" lvl="0" indent="0" algn="l" defTabSz="114300" rtl="0" eaLnBrk="1" fontAlgn="auto" latinLnBrk="0" hangingPunct="1">
                        <a:lnSpc>
                          <a:spcPct val="100000"/>
                        </a:lnSpc>
                        <a:spcBef>
                          <a:spcPts val="0"/>
                        </a:spcBef>
                        <a:spcAft>
                          <a:spcPts val="0"/>
                        </a:spcAft>
                        <a:buClrTx/>
                        <a:buSzTx/>
                        <a:buFontTx/>
                        <a:buNone/>
                        <a:defRPr/>
                      </a:pPr>
                      <a:endParaRPr lang="en-US" sz="2400" noProof="0" dirty="0">
                        <a:solidFill>
                          <a:srgbClr val="D9D9D9"/>
                        </a:solidFill>
                        <a:latin typeface="Arial" panose="020B0704020202020204"/>
                        <a:cs typeface="Arial" panose="020B0704020202020204"/>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2400" noProof="0" dirty="0">
                          <a:solidFill>
                            <a:srgbClr val="D9D9D9"/>
                          </a:solidFill>
                          <a:latin typeface="Arial" panose="020B0704020202020204"/>
                          <a:cs typeface="Arial" panose="020B0704020202020204"/>
                        </a:rPr>
                        <a:t>Orders placed and paid for by noon (Pacific Time) from Monday to Friday are typically processed the same day. Shipping options include Next Business Day, Second Business Day, Third Business Day, or Free Ground Delivery.</a:t>
                      </a:r>
                      <a:br>
                        <a:rPr lang="en-US" sz="2400" noProof="0" dirty="0">
                          <a:solidFill>
                            <a:srgbClr val="D9D9D9"/>
                          </a:solidFill>
                          <a:latin typeface="Arial" panose="020B0704020202020204"/>
                          <a:cs typeface="Arial" panose="020B0704020202020204"/>
                        </a:rPr>
                      </a:br>
                      <a:br>
                        <a:rPr lang="en-US" sz="2400" noProof="0" dirty="0">
                          <a:solidFill>
                            <a:srgbClr val="D9D9D9"/>
                          </a:solidFill>
                          <a:latin typeface="Arial" panose="020B0704020202020204"/>
                          <a:cs typeface="Arial" panose="020B0704020202020204"/>
                        </a:rPr>
                      </a:br>
                      <a:r>
                        <a:rPr lang="en-US" sz="2400" noProof="0" dirty="0">
                          <a:solidFill>
                            <a:srgbClr val="D9D9D9"/>
                          </a:solidFill>
                          <a:latin typeface="Arial" panose="020B0704020202020204"/>
                          <a:cs typeface="Arial" panose="020B0704020202020204"/>
                        </a:rPr>
                        <a:t>Go to </a:t>
                      </a:r>
                      <a:r>
                        <a:rPr lang="en-US" sz="2400" noProof="0" dirty="0" err="1">
                          <a:solidFill>
                            <a:srgbClr val="FFC000"/>
                          </a:solidFill>
                          <a:latin typeface="Arial" panose="020B0704020202020204"/>
                          <a:cs typeface="Arial" panose="020B0704020202020204"/>
                        </a:rPr>
                        <a:t>PosterPresentations.com</a:t>
                      </a:r>
                      <a:r>
                        <a:rPr lang="en-US" sz="2400" noProof="0" dirty="0">
                          <a:solidFill>
                            <a:srgbClr val="D9D9D9"/>
                          </a:solidFill>
                          <a:latin typeface="Arial" panose="020B0704020202020204"/>
                          <a:cs typeface="Arial" panose="020B0704020202020204"/>
                        </a:rPr>
                        <a:t> for more information.</a:t>
                      </a:r>
                      <a:endParaRPr lang="en-US" sz="2400" noProof="0" dirty="0">
                        <a:solidFill>
                          <a:srgbClr val="D9D9D9"/>
                        </a:solidFill>
                        <a:latin typeface="Arial" panose="020B0704020202020204"/>
                        <a:cs typeface="Arial" panose="020B0704020202020204"/>
                      </a:endParaRPr>
                    </a:p>
                  </a:txBody>
                  <a:tcPr marL="213360" marR="106680" marT="137160">
                    <a:solidFill>
                      <a:srgbClr val="010101"/>
                    </a:solidFill>
                  </a:tcPr>
                </a:tc>
                <a:tc hMerge="1">
                  <a:tcPr/>
                </a:tc>
                <a:tc hMerge="1">
                  <a:tcPr/>
                </a:tc>
              </a:tr>
              <a:tr h="4243070">
                <a:tc gridSpan="3">
                  <a:txBody>
                    <a:bodyPr/>
                    <a:lstStyle/>
                    <a:p>
                      <a:pPr marL="0" marR="0" lvl="0" indent="0" algn="l" defTabSz="1518285" rtl="0" eaLnBrk="1" fontAlgn="auto" latinLnBrk="0" hangingPunct="1">
                        <a:lnSpc>
                          <a:spcPct val="100000"/>
                        </a:lnSpc>
                        <a:spcBef>
                          <a:spcPts val="0"/>
                        </a:spcBef>
                        <a:spcAft>
                          <a:spcPts val="0"/>
                        </a:spcAft>
                        <a:buClrTx/>
                        <a:buSzTx/>
                        <a:buFontTx/>
                        <a:buNone/>
                        <a:defRPr/>
                      </a:pPr>
                      <a:r>
                        <a:rPr lang="en-US" sz="2800" b="1" noProof="0" dirty="0">
                          <a:solidFill>
                            <a:srgbClr val="FFC000"/>
                          </a:solidFill>
                          <a:latin typeface="Arial" panose="020B0704020202020204"/>
                          <a:cs typeface="Arial" panose="020B0704020202020204"/>
                        </a:rPr>
                        <a:t>Group printing discounts</a:t>
                      </a:r>
                      <a:endParaRPr lang="en-US" sz="2800" b="1" noProof="0" dirty="0">
                        <a:solidFill>
                          <a:srgbClr val="FFC000"/>
                        </a:solidFill>
                        <a:latin typeface="Arial" panose="020B0704020202020204"/>
                        <a:cs typeface="Arial" panose="020B0704020202020204"/>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2400" noProof="0" dirty="0">
                          <a:solidFill>
                            <a:srgbClr val="D9D9D9"/>
                          </a:solidFill>
                          <a:latin typeface="Arial" panose="020B0704020202020204"/>
                          <a:cs typeface="Arial" panose="020B0704020202020204"/>
                        </a:rPr>
                        <a:t>We provide event coordinators and conference organizers with a seamless solution for attendees’ poster printing needs. Our service offers discounted, high-quality prints with quick turnaround times and flexible options, ensuring we cater to a wide range of requirements.</a:t>
                      </a:r>
                      <a:endParaRPr lang="en-US" sz="2400" noProof="0" dirty="0">
                        <a:solidFill>
                          <a:srgbClr val="D9D9D9"/>
                        </a:solidFill>
                        <a:latin typeface="Arial" panose="020B0704020202020204"/>
                        <a:cs typeface="Arial" panose="020B0704020202020204"/>
                      </a:endParaRPr>
                    </a:p>
                    <a:p>
                      <a:pPr marL="0" marR="0" lvl="0" indent="0" algn="l" defTabSz="114300" rtl="0" eaLnBrk="1" fontAlgn="auto" latinLnBrk="0" hangingPunct="1">
                        <a:lnSpc>
                          <a:spcPct val="100000"/>
                        </a:lnSpc>
                        <a:spcBef>
                          <a:spcPts val="0"/>
                        </a:spcBef>
                        <a:spcAft>
                          <a:spcPts val="0"/>
                        </a:spcAft>
                        <a:buClrTx/>
                        <a:buSzTx/>
                        <a:buFontTx/>
                        <a:buNone/>
                        <a:defRPr/>
                      </a:pPr>
                      <a:endParaRPr lang="en-US" sz="2400" noProof="0" dirty="0">
                        <a:solidFill>
                          <a:srgbClr val="D9D9D9"/>
                        </a:solidFill>
                        <a:latin typeface="Arial" panose="020B0704020202020204"/>
                        <a:cs typeface="Arial" panose="020B0704020202020204"/>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2400" noProof="0" dirty="0">
                          <a:solidFill>
                            <a:srgbClr val="D9D9D9"/>
                          </a:solidFill>
                          <a:latin typeface="Arial" panose="020B0704020202020204"/>
                          <a:cs typeface="Arial" panose="020B0704020202020204"/>
                        </a:rPr>
                        <a:t>For more information, visit this page:</a:t>
                      </a:r>
                      <a:endParaRPr lang="en-US" sz="2400" noProof="0" dirty="0">
                        <a:solidFill>
                          <a:srgbClr val="D9D9D9"/>
                        </a:solidFill>
                        <a:latin typeface="Arial" panose="020B0704020202020204"/>
                        <a:cs typeface="Arial" panose="020B0704020202020204"/>
                      </a:endParaRPr>
                    </a:p>
                    <a:p>
                      <a:pPr marL="0" marR="0" lvl="0" indent="0" algn="l" defTabSz="114300" rtl="0" eaLnBrk="1" fontAlgn="auto" latinLnBrk="0" hangingPunct="1">
                        <a:lnSpc>
                          <a:spcPct val="100000"/>
                        </a:lnSpc>
                        <a:spcBef>
                          <a:spcPts val="0"/>
                        </a:spcBef>
                        <a:spcAft>
                          <a:spcPts val="0"/>
                        </a:spcAft>
                        <a:buClrTx/>
                        <a:buSzTx/>
                        <a:buFontTx/>
                        <a:buNone/>
                        <a:defRPr/>
                      </a:pPr>
                      <a:endParaRPr lang="en-US" sz="2400" noProof="0" dirty="0">
                        <a:solidFill>
                          <a:srgbClr val="D9D9D9"/>
                        </a:solidFill>
                        <a:latin typeface="Arial" panose="020B0704020202020204"/>
                        <a:cs typeface="Arial" panose="020B0704020202020204"/>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2400" noProof="0" dirty="0">
                          <a:solidFill>
                            <a:srgbClr val="FFC000"/>
                          </a:solidFill>
                          <a:latin typeface="Arial" panose="020B0704020202020204"/>
                          <a:cs typeface="Arial" panose="020B0704020202020204"/>
                        </a:rPr>
                        <a:t>https://</a:t>
                      </a:r>
                      <a:r>
                        <a:rPr lang="en-US" sz="2400" noProof="0" dirty="0" err="1">
                          <a:solidFill>
                            <a:srgbClr val="FFC000"/>
                          </a:solidFill>
                          <a:latin typeface="Arial" panose="020B0704020202020204"/>
                          <a:cs typeface="Arial" panose="020B0704020202020204"/>
                        </a:rPr>
                        <a:t>www.posterpresentations.com</a:t>
                      </a:r>
                      <a:r>
                        <a:rPr lang="en-US" sz="2400" noProof="0" dirty="0">
                          <a:solidFill>
                            <a:srgbClr val="FFC000"/>
                          </a:solidFill>
                          <a:latin typeface="Arial" panose="020B0704020202020204"/>
                          <a:cs typeface="Arial" panose="020B0704020202020204"/>
                        </a:rPr>
                        <a:t>/poster-presentation-services-for-conferences-and-</a:t>
                      </a:r>
                      <a:r>
                        <a:rPr lang="en-US" sz="2400" noProof="0" dirty="0" err="1">
                          <a:solidFill>
                            <a:srgbClr val="FFC000"/>
                          </a:solidFill>
                          <a:latin typeface="Arial" panose="020B0704020202020204"/>
                          <a:cs typeface="Arial" panose="020B0704020202020204"/>
                        </a:rPr>
                        <a:t>events.html</a:t>
                      </a:r>
                      <a:endParaRPr lang="en-US" sz="2400" noProof="0" dirty="0">
                        <a:solidFill>
                          <a:srgbClr val="FFC000"/>
                        </a:solidFill>
                        <a:latin typeface="Arial" panose="020B0704020202020204"/>
                        <a:cs typeface="Arial" panose="020B0704020202020204"/>
                      </a:endParaRPr>
                    </a:p>
                    <a:p>
                      <a:pPr marL="0" marR="0" lvl="0" indent="0" algn="l" defTabSz="114300" rtl="0" eaLnBrk="1" fontAlgn="auto" latinLnBrk="0" hangingPunct="1">
                        <a:lnSpc>
                          <a:spcPct val="100000"/>
                        </a:lnSpc>
                        <a:spcBef>
                          <a:spcPts val="0"/>
                        </a:spcBef>
                        <a:spcAft>
                          <a:spcPts val="0"/>
                        </a:spcAft>
                        <a:buClrTx/>
                        <a:buSzTx/>
                        <a:buFontTx/>
                        <a:buNone/>
                        <a:defRPr/>
                      </a:pPr>
                      <a:endParaRPr lang="en-US" sz="2400" noProof="0" dirty="0">
                        <a:solidFill>
                          <a:srgbClr val="FFC000"/>
                        </a:solidFill>
                        <a:latin typeface="Arial" panose="020B0704020202020204"/>
                        <a:cs typeface="Arial" panose="020B0704020202020204"/>
                      </a:endParaRPr>
                    </a:p>
                  </a:txBody>
                  <a:tcPr marL="213360" marR="106680" marT="137160">
                    <a:solidFill>
                      <a:srgbClr val="010101"/>
                    </a:solidFill>
                  </a:tcPr>
                </a:tc>
                <a:tc hMerge="1">
                  <a:tcPr/>
                </a:tc>
                <a:tc hMerge="1">
                  <a:tcPr/>
                </a:tc>
              </a:tr>
              <a:tr h="1620960">
                <a:tc gridSpan="3">
                  <a:txBody>
                    <a:bodyPr/>
                    <a:lstStyle/>
                    <a:p>
                      <a:endParaRPr lang="en-US" sz="2400" dirty="0">
                        <a:solidFill>
                          <a:srgbClr val="1F3A4E"/>
                        </a:solidFill>
                      </a:endParaRPr>
                    </a:p>
                  </a:txBody>
                  <a:tcPr marL="213360" marR="106680" marT="137160">
                    <a:blipFill dpi="0" rotWithShape="1">
                      <a:blip r:embed="rId9"/>
                      <a:srcRect/>
                      <a:stretch>
                        <a:fillRect/>
                      </a:stretch>
                    </a:blipFill>
                  </a:tcPr>
                </a:tc>
                <a:tc hMerge="1">
                  <a:tcPr/>
                </a:tc>
                <a:tc hMerge="1">
                  <a:tcPr/>
                </a:tc>
              </a:tr>
              <a:tr h="2530996">
                <a:tc gridSpan="2">
                  <a:txBody>
                    <a:bodyPr/>
                    <a:lstStyle/>
                    <a:p>
                      <a:pPr>
                        <a:lnSpc>
                          <a:spcPts val="2600"/>
                        </a:lnSpc>
                      </a:pPr>
                      <a:r>
                        <a:rPr lang="en-US" sz="2000" dirty="0">
                          <a:solidFill>
                            <a:schemeClr val="bg1">
                              <a:lumMod val="85000"/>
                            </a:schemeClr>
                          </a:solidFill>
                          <a:latin typeface="Arial" panose="020B0704020202020204"/>
                          <a:cs typeface="Arial" panose="020B0704020202020204"/>
                        </a:rPr>
                        <a:t>© 2025</a:t>
                      </a:r>
                      <a:r>
                        <a:rPr lang="en-US" sz="2000" baseline="0" dirty="0">
                          <a:solidFill>
                            <a:schemeClr val="bg1">
                              <a:lumMod val="85000"/>
                            </a:schemeClr>
                          </a:solidFill>
                          <a:latin typeface="Arial" panose="020B0704020202020204"/>
                          <a:cs typeface="Arial" panose="020B0704020202020204"/>
                        </a:rPr>
                        <a:t> </a:t>
                      </a:r>
                      <a:r>
                        <a:rPr lang="en-US" sz="2000" dirty="0" err="1">
                          <a:solidFill>
                            <a:schemeClr val="bg1">
                              <a:lumMod val="85000"/>
                            </a:schemeClr>
                          </a:solidFill>
                          <a:latin typeface="Arial" panose="020B0704020202020204"/>
                          <a:cs typeface="Arial" panose="020B0704020202020204"/>
                        </a:rPr>
                        <a:t>PosterPresentations.com</a:t>
                      </a:r>
                      <a:br>
                        <a:rPr lang="en-US" sz="2000" dirty="0">
                          <a:solidFill>
                            <a:schemeClr val="bg1">
                              <a:lumMod val="85000"/>
                            </a:schemeClr>
                          </a:solidFill>
                          <a:latin typeface="Arial" panose="020B0704020202020204"/>
                          <a:cs typeface="Arial" panose="020B0704020202020204"/>
                        </a:rPr>
                      </a:br>
                      <a:r>
                        <a:rPr lang="en-US" sz="2000" dirty="0">
                          <a:solidFill>
                            <a:schemeClr val="bg1">
                              <a:lumMod val="85000"/>
                            </a:schemeClr>
                          </a:solidFill>
                          <a:latin typeface="Arial" panose="020B0704020202020204"/>
                          <a:cs typeface="Arial" panose="020B0704020202020204"/>
                        </a:rPr>
                        <a:t>2117 Fourth Street ,</a:t>
                      </a:r>
                      <a:r>
                        <a:rPr lang="en-US" sz="2000" baseline="0" dirty="0">
                          <a:solidFill>
                            <a:schemeClr val="bg1">
                              <a:lumMod val="85000"/>
                            </a:schemeClr>
                          </a:solidFill>
                          <a:latin typeface="Arial" panose="020B0704020202020204"/>
                          <a:cs typeface="Arial" panose="020B0704020202020204"/>
                        </a:rPr>
                        <a:t> STE C        </a:t>
                      </a:r>
                      <a:endParaRPr lang="en-US" sz="2000" baseline="0" dirty="0">
                        <a:solidFill>
                          <a:schemeClr val="bg1">
                            <a:lumMod val="85000"/>
                          </a:schemeClr>
                        </a:solidFill>
                        <a:latin typeface="Arial" panose="020B0704020202020204"/>
                        <a:cs typeface="Arial" panose="020B0704020202020204"/>
                      </a:endParaRPr>
                    </a:p>
                    <a:p>
                      <a:pPr>
                        <a:lnSpc>
                          <a:spcPts val="2600"/>
                        </a:lnSpc>
                      </a:pPr>
                      <a:r>
                        <a:rPr lang="en-US" sz="2000" baseline="0" dirty="0">
                          <a:solidFill>
                            <a:schemeClr val="bg1">
                              <a:lumMod val="85000"/>
                            </a:schemeClr>
                          </a:solidFill>
                          <a:latin typeface="Arial" panose="020B0704020202020204"/>
                          <a:cs typeface="Arial" panose="020B0704020202020204"/>
                        </a:rPr>
                        <a:t>Berkeley CA 94710 USA</a:t>
                      </a:r>
                      <a:endParaRPr lang="en-US" sz="2000" dirty="0">
                        <a:solidFill>
                          <a:schemeClr val="bg1">
                            <a:lumMod val="85000"/>
                          </a:schemeClr>
                        </a:solidFill>
                        <a:latin typeface="Arial" panose="020B0704020202020204"/>
                        <a:cs typeface="Arial" panose="020B0704020202020204"/>
                      </a:endParaRPr>
                    </a:p>
                  </a:txBody>
                  <a:tcPr marL="213360" marR="106680" marT="137160">
                    <a:solidFill>
                      <a:srgbClr val="010101"/>
                    </a:solidFill>
                  </a:tcPr>
                </a:tc>
                <a:tc hMerge="1">
                  <a:tcPr marL="182880" marT="137160">
                    <a:solidFill>
                      <a:srgbClr val="010101"/>
                    </a:solidFill>
                  </a:tcPr>
                </a:tc>
                <a:tc>
                  <a:txBody>
                    <a:bodyPr/>
                    <a:lstStyle/>
                    <a:p>
                      <a:r>
                        <a:rPr lang="en-US" sz="1800" dirty="0">
                          <a:solidFill>
                            <a:schemeClr val="bg1"/>
                          </a:solidFill>
                          <a:latin typeface="Arial" panose="020B0704020202020204"/>
                          <a:cs typeface="Arial" panose="020B0704020202020204"/>
                        </a:rPr>
                        <a:t>For additional help, visit our online tutorials at </a:t>
                      </a:r>
                      <a:r>
                        <a:rPr lang="en-US" sz="1400" dirty="0">
                          <a:solidFill>
                            <a:schemeClr val="bg1"/>
                          </a:solidFill>
                          <a:latin typeface="Arial" panose="020B0704020202020204"/>
                          <a:cs typeface="Arial" panose="020B0704020202020204"/>
                        </a:rPr>
                        <a:t>https://</a:t>
                      </a:r>
                      <a:r>
                        <a:rPr lang="en-US" sz="1400" dirty="0" err="1">
                          <a:solidFill>
                            <a:schemeClr val="bg1"/>
                          </a:solidFill>
                          <a:latin typeface="Arial" panose="020B0704020202020204"/>
                          <a:cs typeface="Arial" panose="020B0704020202020204"/>
                        </a:rPr>
                        <a:t>www.posterpresentations.com</a:t>
                      </a:r>
                      <a:r>
                        <a:rPr lang="en-US" sz="1400" dirty="0">
                          <a:solidFill>
                            <a:schemeClr val="bg1"/>
                          </a:solidFill>
                          <a:latin typeface="Arial" panose="020B0704020202020204"/>
                          <a:cs typeface="Arial" panose="020B0704020202020204"/>
                        </a:rPr>
                        <a:t>/</a:t>
                      </a:r>
                      <a:r>
                        <a:rPr lang="en-US" sz="1400" dirty="0" err="1">
                          <a:solidFill>
                            <a:schemeClr val="bg1"/>
                          </a:solidFill>
                          <a:latin typeface="Arial" panose="020B0704020202020204"/>
                          <a:cs typeface="Arial" panose="020B0704020202020204"/>
                        </a:rPr>
                        <a:t>helpdesk.html</a:t>
                      </a:r>
                      <a:endParaRPr lang="en-US" dirty="0"/>
                    </a:p>
                  </a:txBody>
                  <a:tcPr marL="213360" marR="106680" marT="137160">
                    <a:solidFill>
                      <a:srgbClr val="010101"/>
                    </a:solidFill>
                  </a:tcPr>
                </a:tc>
              </a:tr>
            </a:tbl>
          </a:graphicData>
        </a:graphic>
      </p:graphicFrame>
    </p:spTree>
  </p:cSld>
  <p:clrMap bg1="lt1" tx1="dk1" bg2="lt2" tx2="dk2" accent1="accent1" accent2="accent2" accent3="accent3" accent4="accent4" accent5="accent5" accent6="accent6" hlink="hlink" folHlink="folHlink"/>
  <p:sldLayoutIdLst>
    <p:sldLayoutId id="2147483653" r:id="rId1"/>
  </p:sldLayoutIdLst>
  <p:txStyles>
    <p:titleStyle>
      <a:lvl1pPr algn="ctr" defTabSz="5120640" rtl="0" eaLnBrk="1" latinLnBrk="0" hangingPunct="1">
        <a:spcBef>
          <a:spcPct val="0"/>
        </a:spcBef>
        <a:buNone/>
        <a:defRPr sz="10265" kern="1200">
          <a:solidFill>
            <a:schemeClr val="bg1"/>
          </a:solidFill>
          <a:latin typeface="Trebuchet MS" panose="020B0603020202020204" pitchFamily="34" charset="0"/>
          <a:ea typeface="+mj-ea"/>
          <a:cs typeface="+mj-cs"/>
        </a:defRPr>
      </a:lvl1pPr>
    </p:titleStyle>
    <p:bodyStyle>
      <a:lvl1pPr marL="1920240" indent="-1920240" algn="l" defTabSz="5120640" rtl="0" eaLnBrk="1" latinLnBrk="0" hangingPunct="1">
        <a:spcBef>
          <a:spcPct val="20000"/>
        </a:spcBef>
        <a:buFont typeface="Arial" panose="020B0704020202020204" pitchFamily="34" charset="0"/>
        <a:buChar char="•"/>
        <a:defRPr sz="17965" kern="1200">
          <a:solidFill>
            <a:schemeClr val="tx1"/>
          </a:solidFill>
          <a:latin typeface="+mn-lt"/>
          <a:ea typeface="+mn-ea"/>
          <a:cs typeface="+mn-cs"/>
        </a:defRPr>
      </a:lvl1pPr>
      <a:lvl2pPr marL="4160520" indent="-1600200" algn="l" defTabSz="5120640" rtl="0" eaLnBrk="1" latinLnBrk="0" hangingPunct="1">
        <a:spcBef>
          <a:spcPct val="20000"/>
        </a:spcBef>
        <a:buFont typeface="Arial" panose="020B0704020202020204" pitchFamily="34" charset="0"/>
        <a:buChar char="–"/>
        <a:defRPr sz="15750" kern="1200">
          <a:solidFill>
            <a:schemeClr val="tx1"/>
          </a:solidFill>
          <a:latin typeface="+mn-lt"/>
          <a:ea typeface="+mn-ea"/>
          <a:cs typeface="+mn-cs"/>
        </a:defRPr>
      </a:lvl2pPr>
      <a:lvl3pPr marL="6400800" indent="-1280160" algn="l" defTabSz="5120640" rtl="0" eaLnBrk="1" latinLnBrk="0" hangingPunct="1">
        <a:spcBef>
          <a:spcPct val="20000"/>
        </a:spcBef>
        <a:buFont typeface="Arial" panose="020B0704020202020204" pitchFamily="34" charset="0"/>
        <a:buChar char="•"/>
        <a:defRPr sz="13535" kern="1200">
          <a:solidFill>
            <a:schemeClr val="tx1"/>
          </a:solidFill>
          <a:latin typeface="+mn-lt"/>
          <a:ea typeface="+mn-ea"/>
          <a:cs typeface="+mn-cs"/>
        </a:defRPr>
      </a:lvl3pPr>
      <a:lvl4pPr marL="8961120" indent="-1280160" algn="l" defTabSz="5120640" rtl="0" eaLnBrk="1" latinLnBrk="0" hangingPunct="1">
        <a:spcBef>
          <a:spcPct val="20000"/>
        </a:spcBef>
        <a:buFont typeface="Arial" panose="020B0704020202020204" pitchFamily="34" charset="0"/>
        <a:buChar char="–"/>
        <a:defRPr sz="11200" kern="1200">
          <a:solidFill>
            <a:schemeClr val="tx1"/>
          </a:solidFill>
          <a:latin typeface="+mn-lt"/>
          <a:ea typeface="+mn-ea"/>
          <a:cs typeface="+mn-cs"/>
        </a:defRPr>
      </a:lvl4pPr>
      <a:lvl5pPr marL="11521440" indent="-1280160" algn="l" defTabSz="5120640" rtl="0" eaLnBrk="1" latinLnBrk="0" hangingPunct="1">
        <a:spcBef>
          <a:spcPct val="20000"/>
        </a:spcBef>
        <a:buFont typeface="Arial" panose="020B0704020202020204" pitchFamily="34" charset="0"/>
        <a:buChar char="»"/>
        <a:defRPr sz="11200" kern="1200">
          <a:solidFill>
            <a:schemeClr val="tx1"/>
          </a:solidFill>
          <a:latin typeface="+mn-lt"/>
          <a:ea typeface="+mn-ea"/>
          <a:cs typeface="+mn-cs"/>
        </a:defRPr>
      </a:lvl5pPr>
      <a:lvl6pPr marL="14081760" indent="-1280160" algn="l" defTabSz="5120640" rtl="0" eaLnBrk="1" latinLnBrk="0" hangingPunct="1">
        <a:spcBef>
          <a:spcPct val="20000"/>
        </a:spcBef>
        <a:buFont typeface="Arial" panose="020B0704020202020204" pitchFamily="34" charset="0"/>
        <a:buChar char="•"/>
        <a:defRPr sz="11200" kern="1200">
          <a:solidFill>
            <a:schemeClr val="tx1"/>
          </a:solidFill>
          <a:latin typeface="+mn-lt"/>
          <a:ea typeface="+mn-ea"/>
          <a:cs typeface="+mn-cs"/>
        </a:defRPr>
      </a:lvl6pPr>
      <a:lvl7pPr marL="16641445" indent="-1280160" algn="l" defTabSz="5120640" rtl="0" eaLnBrk="1" latinLnBrk="0" hangingPunct="1">
        <a:spcBef>
          <a:spcPct val="20000"/>
        </a:spcBef>
        <a:buFont typeface="Arial" panose="020B0704020202020204" pitchFamily="34" charset="0"/>
        <a:buChar char="•"/>
        <a:defRPr sz="11200" kern="1200">
          <a:solidFill>
            <a:schemeClr val="tx1"/>
          </a:solidFill>
          <a:latin typeface="+mn-lt"/>
          <a:ea typeface="+mn-ea"/>
          <a:cs typeface="+mn-cs"/>
        </a:defRPr>
      </a:lvl7pPr>
      <a:lvl8pPr marL="19201765" indent="-1280160" algn="l" defTabSz="5120640" rtl="0" eaLnBrk="1" latinLnBrk="0" hangingPunct="1">
        <a:spcBef>
          <a:spcPct val="20000"/>
        </a:spcBef>
        <a:buFont typeface="Arial" panose="020B0704020202020204" pitchFamily="34" charset="0"/>
        <a:buChar char="•"/>
        <a:defRPr sz="11200" kern="1200">
          <a:solidFill>
            <a:schemeClr val="tx1"/>
          </a:solidFill>
          <a:latin typeface="+mn-lt"/>
          <a:ea typeface="+mn-ea"/>
          <a:cs typeface="+mn-cs"/>
        </a:defRPr>
      </a:lvl8pPr>
      <a:lvl9pPr marL="21762085" indent="-1280160" algn="l" defTabSz="5120640" rtl="0" eaLnBrk="1" latinLnBrk="0" hangingPunct="1">
        <a:spcBef>
          <a:spcPct val="20000"/>
        </a:spcBef>
        <a:buFont typeface="Arial" panose="020B0704020202020204" pitchFamily="34" charset="0"/>
        <a:buChar char="•"/>
        <a:defRPr sz="11200" kern="1200">
          <a:solidFill>
            <a:schemeClr val="tx1"/>
          </a:solidFill>
          <a:latin typeface="+mn-lt"/>
          <a:ea typeface="+mn-ea"/>
          <a:cs typeface="+mn-cs"/>
        </a:defRPr>
      </a:lvl9pPr>
    </p:bodyStyle>
    <p:otherStyle>
      <a:defPPr>
        <a:defRPr lang="en-US"/>
      </a:defPPr>
      <a:lvl1pPr marL="0" algn="l" defTabSz="5120640" rtl="0" eaLnBrk="1" latinLnBrk="0" hangingPunct="1">
        <a:defRPr sz="10035" kern="1200">
          <a:solidFill>
            <a:schemeClr val="tx1"/>
          </a:solidFill>
          <a:latin typeface="+mn-lt"/>
          <a:ea typeface="+mn-ea"/>
          <a:cs typeface="+mn-cs"/>
        </a:defRPr>
      </a:lvl1pPr>
      <a:lvl2pPr marL="2560320" algn="l" defTabSz="5120640" rtl="0" eaLnBrk="1" latinLnBrk="0" hangingPunct="1">
        <a:defRPr sz="10035" kern="1200">
          <a:solidFill>
            <a:schemeClr val="tx1"/>
          </a:solidFill>
          <a:latin typeface="+mn-lt"/>
          <a:ea typeface="+mn-ea"/>
          <a:cs typeface="+mn-cs"/>
        </a:defRPr>
      </a:lvl2pPr>
      <a:lvl3pPr marL="5120640" algn="l" defTabSz="5120640" rtl="0" eaLnBrk="1" latinLnBrk="0" hangingPunct="1">
        <a:defRPr sz="10035" kern="1200">
          <a:solidFill>
            <a:schemeClr val="tx1"/>
          </a:solidFill>
          <a:latin typeface="+mn-lt"/>
          <a:ea typeface="+mn-ea"/>
          <a:cs typeface="+mn-cs"/>
        </a:defRPr>
      </a:lvl3pPr>
      <a:lvl4pPr marL="7680960" algn="l" defTabSz="5120640" rtl="0" eaLnBrk="1" latinLnBrk="0" hangingPunct="1">
        <a:defRPr sz="10035" kern="1200">
          <a:solidFill>
            <a:schemeClr val="tx1"/>
          </a:solidFill>
          <a:latin typeface="+mn-lt"/>
          <a:ea typeface="+mn-ea"/>
          <a:cs typeface="+mn-cs"/>
        </a:defRPr>
      </a:lvl4pPr>
      <a:lvl5pPr marL="10241280" algn="l" defTabSz="5120640" rtl="0" eaLnBrk="1" latinLnBrk="0" hangingPunct="1">
        <a:defRPr sz="10035" kern="1200">
          <a:solidFill>
            <a:schemeClr val="tx1"/>
          </a:solidFill>
          <a:latin typeface="+mn-lt"/>
          <a:ea typeface="+mn-ea"/>
          <a:cs typeface="+mn-cs"/>
        </a:defRPr>
      </a:lvl5pPr>
      <a:lvl6pPr marL="12801600" algn="l" defTabSz="5120640" rtl="0" eaLnBrk="1" latinLnBrk="0" hangingPunct="1">
        <a:defRPr sz="10035" kern="1200">
          <a:solidFill>
            <a:schemeClr val="tx1"/>
          </a:solidFill>
          <a:latin typeface="+mn-lt"/>
          <a:ea typeface="+mn-ea"/>
          <a:cs typeface="+mn-cs"/>
        </a:defRPr>
      </a:lvl6pPr>
      <a:lvl7pPr marL="15361285" algn="l" defTabSz="5120640" rtl="0" eaLnBrk="1" latinLnBrk="0" hangingPunct="1">
        <a:defRPr sz="10035" kern="1200">
          <a:solidFill>
            <a:schemeClr val="tx1"/>
          </a:solidFill>
          <a:latin typeface="+mn-lt"/>
          <a:ea typeface="+mn-ea"/>
          <a:cs typeface="+mn-cs"/>
        </a:defRPr>
      </a:lvl7pPr>
      <a:lvl8pPr marL="17921605" algn="l" defTabSz="5120640" rtl="0" eaLnBrk="1" latinLnBrk="0" hangingPunct="1">
        <a:defRPr sz="10035" kern="1200">
          <a:solidFill>
            <a:schemeClr val="tx1"/>
          </a:solidFill>
          <a:latin typeface="+mn-lt"/>
          <a:ea typeface="+mn-ea"/>
          <a:cs typeface="+mn-cs"/>
        </a:defRPr>
      </a:lvl8pPr>
      <a:lvl9pPr marL="20481925" algn="l" defTabSz="5120640" rtl="0" eaLnBrk="1" latinLnBrk="0" hangingPunct="1">
        <a:defRPr sz="10035"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BF9F9"/>
        </a:solidFill>
        <a:effectLst/>
      </p:bgPr>
    </p:bg>
    <p:spTree>
      <p:nvGrpSpPr>
        <p:cNvPr id="1" name=""/>
        <p:cNvGrpSpPr/>
        <p:nvPr/>
      </p:nvGrpSpPr>
      <p:grpSpPr>
        <a:xfrm>
          <a:off x="0" y="0"/>
          <a:ext cx="0" cy="0"/>
          <a:chOff x="0" y="0"/>
          <a:chExt cx="0" cy="0"/>
        </a:xfrm>
      </p:grpSpPr>
      <p:sp>
        <p:nvSpPr>
          <p:cNvPr id="15" name="Snip and Round Single Corner Rectangle 14"/>
          <p:cNvSpPr/>
          <p:nvPr userDrawn="1"/>
        </p:nvSpPr>
        <p:spPr>
          <a:xfrm rot="5400000">
            <a:off x="11720054" y="-6510745"/>
            <a:ext cx="27766290" cy="51206398"/>
          </a:xfrm>
          <a:prstGeom prst="snipRoundRect">
            <a:avLst>
              <a:gd name="adj1" fmla="val 9949"/>
              <a:gd name="adj2" fmla="val 0"/>
            </a:avLst>
          </a:prstGeom>
          <a:solidFill>
            <a:srgbClr val="DEF1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p:cNvGrpSpPr/>
          <p:nvPr userDrawn="1"/>
        </p:nvGrpSpPr>
        <p:grpSpPr>
          <a:xfrm>
            <a:off x="0" y="-4527"/>
            <a:ext cx="51206399" cy="4919427"/>
            <a:chOff x="1" y="-4527"/>
            <a:chExt cx="43891200" cy="4917131"/>
          </a:xfrm>
        </p:grpSpPr>
        <p:sp>
          <p:nvSpPr>
            <p:cNvPr id="9" name="Snip and Round Single Corner Rectangle 8"/>
            <p:cNvSpPr/>
            <p:nvPr userDrawn="1"/>
          </p:nvSpPr>
          <p:spPr>
            <a:xfrm flipV="1">
              <a:off x="1" y="-4527"/>
              <a:ext cx="43891200" cy="4917130"/>
            </a:xfrm>
            <a:prstGeom prst="snipRoundRect">
              <a:avLst>
                <a:gd name="adj1" fmla="val 50000"/>
                <a:gd name="adj2" fmla="val 16667"/>
              </a:avLst>
            </a:prstGeom>
            <a:gradFill>
              <a:gsLst>
                <a:gs pos="0">
                  <a:srgbClr val="6D2C8E"/>
                </a:gs>
                <a:gs pos="100000">
                  <a:srgbClr val="DA0D89"/>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5"/>
            <p:cNvSpPr/>
            <p:nvPr userDrawn="1"/>
          </p:nvSpPr>
          <p:spPr>
            <a:xfrm>
              <a:off x="35918533" y="-4527"/>
              <a:ext cx="7972667" cy="4917131"/>
            </a:xfrm>
            <a:custGeom>
              <a:avLst/>
              <a:gdLst>
                <a:gd name="connsiteX0" fmla="*/ 0 w 7968343"/>
                <a:gd name="connsiteY0" fmla="*/ 0 h 4917131"/>
                <a:gd name="connsiteX1" fmla="*/ 7968343 w 7968343"/>
                <a:gd name="connsiteY1" fmla="*/ 0 h 4917131"/>
                <a:gd name="connsiteX2" fmla="*/ 7968343 w 7968343"/>
                <a:gd name="connsiteY2" fmla="*/ 4917131 h 4917131"/>
                <a:gd name="connsiteX3" fmla="*/ 0 w 7968343"/>
                <a:gd name="connsiteY3" fmla="*/ 4917131 h 4917131"/>
                <a:gd name="connsiteX4" fmla="*/ 0 w 7968343"/>
                <a:gd name="connsiteY4" fmla="*/ 0 h 4917131"/>
                <a:gd name="connsiteX0-1" fmla="*/ 0 w 7968343"/>
                <a:gd name="connsiteY0-2" fmla="*/ 0 h 4917131"/>
                <a:gd name="connsiteX1-3" fmla="*/ 7968343 w 7968343"/>
                <a:gd name="connsiteY1-4" fmla="*/ 0 h 4917131"/>
                <a:gd name="connsiteX2-5" fmla="*/ 4931229 w 7968343"/>
                <a:gd name="connsiteY2-6" fmla="*/ 4917131 h 4917131"/>
                <a:gd name="connsiteX3-7" fmla="*/ 0 w 7968343"/>
                <a:gd name="connsiteY3-8" fmla="*/ 4917131 h 4917131"/>
                <a:gd name="connsiteX4-9" fmla="*/ 0 w 7968343"/>
                <a:gd name="connsiteY4-10" fmla="*/ 0 h 4917131"/>
                <a:gd name="connsiteX0-11" fmla="*/ 5943600 w 7968343"/>
                <a:gd name="connsiteY0-12" fmla="*/ 0 h 4917131"/>
                <a:gd name="connsiteX1-13" fmla="*/ 7968343 w 7968343"/>
                <a:gd name="connsiteY1-14" fmla="*/ 0 h 4917131"/>
                <a:gd name="connsiteX2-15" fmla="*/ 4931229 w 7968343"/>
                <a:gd name="connsiteY2-16" fmla="*/ 4917131 h 4917131"/>
                <a:gd name="connsiteX3-17" fmla="*/ 0 w 7968343"/>
                <a:gd name="connsiteY3-18" fmla="*/ 4917131 h 4917131"/>
                <a:gd name="connsiteX4-19" fmla="*/ 5943600 w 7968343"/>
                <a:gd name="connsiteY4-20" fmla="*/ 0 h 4917131"/>
                <a:gd name="connsiteX0-21" fmla="*/ 5943600 w 7968343"/>
                <a:gd name="connsiteY0-22" fmla="*/ 0 h 4917131"/>
                <a:gd name="connsiteX1-23" fmla="*/ 7968343 w 7968343"/>
                <a:gd name="connsiteY1-24" fmla="*/ 0 h 4917131"/>
                <a:gd name="connsiteX2-25" fmla="*/ 7968343 w 7968343"/>
                <a:gd name="connsiteY2-26" fmla="*/ 4917131 h 4917131"/>
                <a:gd name="connsiteX3-27" fmla="*/ 0 w 7968343"/>
                <a:gd name="connsiteY3-28" fmla="*/ 4917131 h 4917131"/>
                <a:gd name="connsiteX4-29" fmla="*/ 5943600 w 7968343"/>
                <a:gd name="connsiteY4-30" fmla="*/ 0 h 491713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7968343" h="4917131">
                  <a:moveTo>
                    <a:pt x="5943600" y="0"/>
                  </a:moveTo>
                  <a:lnTo>
                    <a:pt x="7968343" y="0"/>
                  </a:lnTo>
                  <a:lnTo>
                    <a:pt x="7968343" y="4917131"/>
                  </a:lnTo>
                  <a:lnTo>
                    <a:pt x="0" y="4917131"/>
                  </a:lnTo>
                  <a:lnTo>
                    <a:pt x="5943600" y="0"/>
                  </a:lnTo>
                  <a:close/>
                </a:path>
              </a:pathLst>
            </a:custGeom>
            <a:solidFill>
              <a:srgbClr val="31318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noFill/>
                </a:ln>
              </a:endParaRPr>
            </a:p>
          </p:txBody>
        </p:sp>
        <p:sp>
          <p:nvSpPr>
            <p:cNvPr id="12" name="Rectangle 5"/>
            <p:cNvSpPr/>
            <p:nvPr userDrawn="1"/>
          </p:nvSpPr>
          <p:spPr>
            <a:xfrm>
              <a:off x="41571285" y="1367073"/>
              <a:ext cx="2319915" cy="3545531"/>
            </a:xfrm>
            <a:custGeom>
              <a:avLst/>
              <a:gdLst>
                <a:gd name="connsiteX0" fmla="*/ 0 w 7968343"/>
                <a:gd name="connsiteY0" fmla="*/ 0 h 4917131"/>
                <a:gd name="connsiteX1" fmla="*/ 7968343 w 7968343"/>
                <a:gd name="connsiteY1" fmla="*/ 0 h 4917131"/>
                <a:gd name="connsiteX2" fmla="*/ 7968343 w 7968343"/>
                <a:gd name="connsiteY2" fmla="*/ 4917131 h 4917131"/>
                <a:gd name="connsiteX3" fmla="*/ 0 w 7968343"/>
                <a:gd name="connsiteY3" fmla="*/ 4917131 h 4917131"/>
                <a:gd name="connsiteX4" fmla="*/ 0 w 7968343"/>
                <a:gd name="connsiteY4" fmla="*/ 0 h 4917131"/>
                <a:gd name="connsiteX0-1" fmla="*/ 0 w 7968343"/>
                <a:gd name="connsiteY0-2" fmla="*/ 0 h 4917131"/>
                <a:gd name="connsiteX1-3" fmla="*/ 7968343 w 7968343"/>
                <a:gd name="connsiteY1-4" fmla="*/ 0 h 4917131"/>
                <a:gd name="connsiteX2-5" fmla="*/ 4931229 w 7968343"/>
                <a:gd name="connsiteY2-6" fmla="*/ 4917131 h 4917131"/>
                <a:gd name="connsiteX3-7" fmla="*/ 0 w 7968343"/>
                <a:gd name="connsiteY3-8" fmla="*/ 4917131 h 4917131"/>
                <a:gd name="connsiteX4-9" fmla="*/ 0 w 7968343"/>
                <a:gd name="connsiteY4-10" fmla="*/ 0 h 4917131"/>
                <a:gd name="connsiteX0-11" fmla="*/ 5943600 w 7968343"/>
                <a:gd name="connsiteY0-12" fmla="*/ 0 h 4917131"/>
                <a:gd name="connsiteX1-13" fmla="*/ 7968343 w 7968343"/>
                <a:gd name="connsiteY1-14" fmla="*/ 0 h 4917131"/>
                <a:gd name="connsiteX2-15" fmla="*/ 4931229 w 7968343"/>
                <a:gd name="connsiteY2-16" fmla="*/ 4917131 h 4917131"/>
                <a:gd name="connsiteX3-17" fmla="*/ 0 w 7968343"/>
                <a:gd name="connsiteY3-18" fmla="*/ 4917131 h 4917131"/>
                <a:gd name="connsiteX4-19" fmla="*/ 5943600 w 7968343"/>
                <a:gd name="connsiteY4-20" fmla="*/ 0 h 4917131"/>
                <a:gd name="connsiteX0-21" fmla="*/ 5943600 w 7968343"/>
                <a:gd name="connsiteY0-22" fmla="*/ 0 h 4917131"/>
                <a:gd name="connsiteX1-23" fmla="*/ 7968343 w 7968343"/>
                <a:gd name="connsiteY1-24" fmla="*/ 0 h 4917131"/>
                <a:gd name="connsiteX2-25" fmla="*/ 7968343 w 7968343"/>
                <a:gd name="connsiteY2-26" fmla="*/ 4917131 h 4917131"/>
                <a:gd name="connsiteX3-27" fmla="*/ 0 w 7968343"/>
                <a:gd name="connsiteY3-28" fmla="*/ 4917131 h 4917131"/>
                <a:gd name="connsiteX4-29" fmla="*/ 5943600 w 7968343"/>
                <a:gd name="connsiteY4-30" fmla="*/ 0 h 4917131"/>
                <a:gd name="connsiteX0-31" fmla="*/ 0 w 7968343"/>
                <a:gd name="connsiteY0-32" fmla="*/ 4917131 h 4917131"/>
                <a:gd name="connsiteX1-33" fmla="*/ 7968343 w 7968343"/>
                <a:gd name="connsiteY1-34" fmla="*/ 0 h 4917131"/>
                <a:gd name="connsiteX2-35" fmla="*/ 7968343 w 7968343"/>
                <a:gd name="connsiteY2-36" fmla="*/ 4917131 h 4917131"/>
                <a:gd name="connsiteX3-37" fmla="*/ 0 w 7968343"/>
                <a:gd name="connsiteY3-38" fmla="*/ 4917131 h 4917131"/>
                <a:gd name="connsiteX0-39" fmla="*/ 0 w 7968343"/>
                <a:gd name="connsiteY0-40" fmla="*/ 3512874 h 3512874"/>
                <a:gd name="connsiteX1-41" fmla="*/ 7968343 w 7968343"/>
                <a:gd name="connsiteY1-42" fmla="*/ 0 h 3512874"/>
                <a:gd name="connsiteX2-43" fmla="*/ 7968343 w 7968343"/>
                <a:gd name="connsiteY2-44" fmla="*/ 3512874 h 3512874"/>
                <a:gd name="connsiteX3-45" fmla="*/ 0 w 7968343"/>
                <a:gd name="connsiteY3-46" fmla="*/ 3512874 h 3512874"/>
                <a:gd name="connsiteX0-47" fmla="*/ 0 w 2253343"/>
                <a:gd name="connsiteY0-48" fmla="*/ 3545531 h 3545531"/>
                <a:gd name="connsiteX1-49" fmla="*/ 2253343 w 2253343"/>
                <a:gd name="connsiteY1-50" fmla="*/ 0 h 3545531"/>
                <a:gd name="connsiteX2-51" fmla="*/ 2253343 w 2253343"/>
                <a:gd name="connsiteY2-52" fmla="*/ 3512874 h 3545531"/>
                <a:gd name="connsiteX3-53" fmla="*/ 0 w 2253343"/>
                <a:gd name="connsiteY3-54" fmla="*/ 3545531 h 3545531"/>
                <a:gd name="connsiteX0-55" fmla="*/ 0 w 3135086"/>
                <a:gd name="connsiteY0-56" fmla="*/ 3545531 h 3545531"/>
                <a:gd name="connsiteX1-57" fmla="*/ 3135086 w 3135086"/>
                <a:gd name="connsiteY1-58" fmla="*/ 0 h 3545531"/>
                <a:gd name="connsiteX2-59" fmla="*/ 3135086 w 3135086"/>
                <a:gd name="connsiteY2-60" fmla="*/ 3512874 h 3545531"/>
                <a:gd name="connsiteX3-61" fmla="*/ 0 w 3135086"/>
                <a:gd name="connsiteY3-62" fmla="*/ 3545531 h 3545531"/>
                <a:gd name="connsiteX0-63" fmla="*/ 0 w 2318657"/>
                <a:gd name="connsiteY0-64" fmla="*/ 3545531 h 3545531"/>
                <a:gd name="connsiteX1-65" fmla="*/ 2318657 w 2318657"/>
                <a:gd name="connsiteY1-66" fmla="*/ 0 h 3545531"/>
                <a:gd name="connsiteX2-67" fmla="*/ 2318657 w 2318657"/>
                <a:gd name="connsiteY2-68" fmla="*/ 3512874 h 3545531"/>
                <a:gd name="connsiteX3-69" fmla="*/ 0 w 2318657"/>
                <a:gd name="connsiteY3-70" fmla="*/ 3545531 h 3545531"/>
              </a:gdLst>
              <a:ahLst/>
              <a:cxnLst>
                <a:cxn ang="0">
                  <a:pos x="connsiteX0-1" y="connsiteY0-2"/>
                </a:cxn>
                <a:cxn ang="0">
                  <a:pos x="connsiteX1-3" y="connsiteY1-4"/>
                </a:cxn>
                <a:cxn ang="0">
                  <a:pos x="connsiteX2-5" y="connsiteY2-6"/>
                </a:cxn>
                <a:cxn ang="0">
                  <a:pos x="connsiteX3-7" y="connsiteY3-8"/>
                </a:cxn>
              </a:cxnLst>
              <a:rect l="l" t="t" r="r" b="b"/>
              <a:pathLst>
                <a:path w="2318657" h="3545531">
                  <a:moveTo>
                    <a:pt x="0" y="3545531"/>
                  </a:moveTo>
                  <a:lnTo>
                    <a:pt x="2318657" y="0"/>
                  </a:lnTo>
                  <a:lnTo>
                    <a:pt x="2318657" y="3512874"/>
                  </a:lnTo>
                  <a:lnTo>
                    <a:pt x="0" y="3545531"/>
                  </a:lnTo>
                  <a:close/>
                </a:path>
              </a:pathLst>
            </a:custGeom>
            <a:solidFill>
              <a:srgbClr val="25408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noFill/>
                </a:ln>
              </a:endParaRPr>
            </a:p>
          </p:txBody>
        </p:sp>
      </p:grpSp>
      <p:sp>
        <p:nvSpPr>
          <p:cNvPr id="13" name="Snip and Round Single Corner Rectangle 15"/>
          <p:cNvSpPr/>
          <p:nvPr userDrawn="1"/>
        </p:nvSpPr>
        <p:spPr>
          <a:xfrm rot="10800000" flipV="1">
            <a:off x="-4" y="32076910"/>
            <a:ext cx="47646774" cy="936954"/>
          </a:xfrm>
          <a:custGeom>
            <a:avLst/>
            <a:gdLst>
              <a:gd name="connsiteX0" fmla="*/ 419100 w 41571263"/>
              <a:gd name="connsiteY0" fmla="*/ 0 h 838200"/>
              <a:gd name="connsiteX1" fmla="*/ 41571263 w 41571263"/>
              <a:gd name="connsiteY1" fmla="*/ 0 h 838200"/>
              <a:gd name="connsiteX2" fmla="*/ 41571263 w 41571263"/>
              <a:gd name="connsiteY2" fmla="*/ 0 h 838200"/>
              <a:gd name="connsiteX3" fmla="*/ 41571263 w 41571263"/>
              <a:gd name="connsiteY3" fmla="*/ 838200 h 838200"/>
              <a:gd name="connsiteX4" fmla="*/ 0 w 41571263"/>
              <a:gd name="connsiteY4" fmla="*/ 838200 h 838200"/>
              <a:gd name="connsiteX5" fmla="*/ 0 w 41571263"/>
              <a:gd name="connsiteY5" fmla="*/ 419100 h 838200"/>
              <a:gd name="connsiteX6" fmla="*/ 419100 w 41571263"/>
              <a:gd name="connsiteY6" fmla="*/ 0 h 838200"/>
              <a:gd name="connsiteX0-1" fmla="*/ 968398 w 41571263"/>
              <a:gd name="connsiteY0-2" fmla="*/ 0 h 841490"/>
              <a:gd name="connsiteX1-3" fmla="*/ 41571263 w 41571263"/>
              <a:gd name="connsiteY1-4" fmla="*/ 3290 h 841490"/>
              <a:gd name="connsiteX2-5" fmla="*/ 41571263 w 41571263"/>
              <a:gd name="connsiteY2-6" fmla="*/ 3290 h 841490"/>
              <a:gd name="connsiteX3-7" fmla="*/ 41571263 w 41571263"/>
              <a:gd name="connsiteY3-8" fmla="*/ 841490 h 841490"/>
              <a:gd name="connsiteX4-9" fmla="*/ 0 w 41571263"/>
              <a:gd name="connsiteY4-10" fmla="*/ 841490 h 841490"/>
              <a:gd name="connsiteX5-11" fmla="*/ 0 w 41571263"/>
              <a:gd name="connsiteY5-12" fmla="*/ 422390 h 841490"/>
              <a:gd name="connsiteX6-13" fmla="*/ 968398 w 41571263"/>
              <a:gd name="connsiteY6-14" fmla="*/ 0 h 841490"/>
              <a:gd name="connsiteX0-15" fmla="*/ 968398 w 41571263"/>
              <a:gd name="connsiteY0-16" fmla="*/ 0 h 841490"/>
              <a:gd name="connsiteX1-17" fmla="*/ 41571263 w 41571263"/>
              <a:gd name="connsiteY1-18" fmla="*/ 3290 h 841490"/>
              <a:gd name="connsiteX2-19" fmla="*/ 41571263 w 41571263"/>
              <a:gd name="connsiteY2-20" fmla="*/ 3290 h 841490"/>
              <a:gd name="connsiteX3-21" fmla="*/ 41571263 w 41571263"/>
              <a:gd name="connsiteY3-22" fmla="*/ 841490 h 841490"/>
              <a:gd name="connsiteX4-23" fmla="*/ 0 w 41571263"/>
              <a:gd name="connsiteY4-24" fmla="*/ 841490 h 841490"/>
              <a:gd name="connsiteX5-25" fmla="*/ 6579 w 41571263"/>
              <a:gd name="connsiteY5-26" fmla="*/ 836830 h 841490"/>
              <a:gd name="connsiteX6-27" fmla="*/ 968398 w 41571263"/>
              <a:gd name="connsiteY6-28" fmla="*/ 0 h 841490"/>
              <a:gd name="connsiteX0-29" fmla="*/ 968398 w 41571263"/>
              <a:gd name="connsiteY0-30" fmla="*/ 0 h 841490"/>
              <a:gd name="connsiteX1-31" fmla="*/ 41571263 w 41571263"/>
              <a:gd name="connsiteY1-32" fmla="*/ 3290 h 841490"/>
              <a:gd name="connsiteX2-33" fmla="*/ 41571263 w 41571263"/>
              <a:gd name="connsiteY2-34" fmla="*/ 3290 h 841490"/>
              <a:gd name="connsiteX3-35" fmla="*/ 41571263 w 41571263"/>
              <a:gd name="connsiteY3-36" fmla="*/ 841490 h 841490"/>
              <a:gd name="connsiteX4-37" fmla="*/ 0 w 41571263"/>
              <a:gd name="connsiteY4-38" fmla="*/ 841490 h 841490"/>
              <a:gd name="connsiteX5-39" fmla="*/ 6579 w 41571263"/>
              <a:gd name="connsiteY5-40" fmla="*/ 836830 h 841490"/>
              <a:gd name="connsiteX6-41" fmla="*/ 968398 w 41571263"/>
              <a:gd name="connsiteY6-42" fmla="*/ 0 h 84149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1571263" h="841490">
                <a:moveTo>
                  <a:pt x="968398" y="0"/>
                </a:moveTo>
                <a:lnTo>
                  <a:pt x="41571263" y="3290"/>
                </a:lnTo>
                <a:lnTo>
                  <a:pt x="41571263" y="3290"/>
                </a:lnTo>
                <a:lnTo>
                  <a:pt x="41571263" y="841490"/>
                </a:lnTo>
                <a:lnTo>
                  <a:pt x="0" y="841490"/>
                </a:lnTo>
                <a:lnTo>
                  <a:pt x="6579" y="836830"/>
                </a:lnTo>
                <a:cubicBezTo>
                  <a:pt x="52628" y="184348"/>
                  <a:pt x="736935" y="0"/>
                  <a:pt x="968398" y="0"/>
                </a:cubicBezTo>
                <a:close/>
              </a:path>
            </a:pathLst>
          </a:custGeom>
          <a:gradFill>
            <a:gsLst>
              <a:gs pos="0">
                <a:srgbClr val="6D2C8E"/>
              </a:gs>
              <a:gs pos="100000">
                <a:srgbClr val="DA0D89"/>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Box 14"/>
          <p:cNvSpPr txBox="1">
            <a:spLocks noChangeArrowheads="1"/>
          </p:cNvSpPr>
          <p:nvPr userDrawn="1"/>
        </p:nvSpPr>
        <p:spPr bwMode="auto">
          <a:xfrm>
            <a:off x="1567305" y="32390910"/>
            <a:ext cx="2514600" cy="341436"/>
          </a:xfrm>
          <a:prstGeom prst="rect">
            <a:avLst/>
          </a:prstGeom>
          <a:noFill/>
          <a:ln w="9525">
            <a:noFill/>
            <a:miter lim="800000"/>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panose="020B0704020202020204" pitchFamily="34" charset="0"/>
              </a:rPr>
              <a:t>RESEARCH POSTER PRESENTATION DESIGN © 2025</a:t>
            </a:r>
            <a:endParaRPr lang="en-US" sz="500" b="1" dirty="0">
              <a:solidFill>
                <a:schemeClr val="bg1">
                  <a:lumMod val="75000"/>
                </a:schemeClr>
              </a:solidFill>
              <a:latin typeface="Arial" panose="020B0704020202020204" pitchFamily="34" charset="0"/>
            </a:endParaRPr>
          </a:p>
          <a:p>
            <a:pPr eaLnBrk="0" hangingPunct="0">
              <a:lnSpc>
                <a:spcPct val="65000"/>
              </a:lnSpc>
              <a:spcBef>
                <a:spcPct val="50000"/>
              </a:spcBef>
              <a:defRPr/>
            </a:pPr>
            <a:r>
              <a:rPr lang="en-US" sz="1100" b="1" dirty="0">
                <a:solidFill>
                  <a:schemeClr val="bg1">
                    <a:lumMod val="75000"/>
                  </a:schemeClr>
                </a:solidFill>
                <a:latin typeface="Arial" panose="020B0704020202020204" pitchFamily="34" charset="0"/>
              </a:rPr>
              <a:t>www.PosterPresentations.com</a:t>
            </a:r>
            <a:endParaRPr lang="en-US" sz="1100" b="1" dirty="0">
              <a:solidFill>
                <a:schemeClr val="bg1">
                  <a:lumMod val="75000"/>
                </a:schemeClr>
              </a:solidFill>
              <a:latin typeface="Arial" panose="020B0704020202020204" pitchFamily="34" charset="0"/>
            </a:endParaRPr>
          </a:p>
        </p:txBody>
      </p:sp>
      <p:graphicFrame>
        <p:nvGraphicFramePr>
          <p:cNvPr id="2" name="Table 1"/>
          <p:cNvGraphicFramePr>
            <a:graphicFrameLocks noGrp="1"/>
          </p:cNvGraphicFramePr>
          <p:nvPr userDrawn="1"/>
        </p:nvGraphicFramePr>
        <p:xfrm>
          <a:off x="-10558302" y="50891"/>
          <a:ext cx="9296401" cy="32962973"/>
        </p:xfrm>
        <a:graphic>
          <a:graphicData uri="http://schemas.openxmlformats.org/drawingml/2006/table">
            <a:tbl>
              <a:tblPr firstRow="1" bandRow="1">
                <a:tableStyleId>{5C22544A-7EE6-4342-B048-85BDC9FD1C3A}</a:tableStyleId>
              </a:tblPr>
              <a:tblGrid>
                <a:gridCol w="3986224"/>
                <a:gridCol w="5310177"/>
              </a:tblGrid>
              <a:tr h="1284441">
                <a:tc gridSpan="2">
                  <a:txBody>
                    <a:bodyPr/>
                    <a:lstStyle/>
                    <a:p>
                      <a:pPr marL="0" marR="0" indent="0" algn="ctr" defTabSz="4389120" rtl="0" eaLnBrk="1" fontAlgn="auto" latinLnBrk="0" hangingPunct="1">
                        <a:lnSpc>
                          <a:spcPct val="100000"/>
                        </a:lnSpc>
                        <a:spcBef>
                          <a:spcPts val="0"/>
                        </a:spcBef>
                        <a:spcAft>
                          <a:spcPts val="0"/>
                        </a:spcAft>
                        <a:buClrTx/>
                        <a:buSzTx/>
                        <a:buFontTx/>
                        <a:buNone/>
                        <a:defRPr/>
                      </a:pPr>
                      <a:r>
                        <a:rPr lang="en-US" sz="3600" b="0" spc="600" dirty="0">
                          <a:solidFill>
                            <a:srgbClr val="1F3A4E"/>
                          </a:solidFill>
                          <a:latin typeface="Arial Black" panose="020B0A04020102020204" pitchFamily="34" charset="0"/>
                        </a:rPr>
                        <a:t>QUICK START GUIDE</a:t>
                      </a:r>
                      <a:br>
                        <a:rPr lang="en-US" sz="3600" b="0" spc="600" dirty="0">
                          <a:solidFill>
                            <a:srgbClr val="1F3A4E"/>
                          </a:solidFill>
                          <a:latin typeface="Arial Black" panose="020B0A04020102020204" pitchFamily="34" charset="0"/>
                        </a:rPr>
                      </a:br>
                      <a:r>
                        <a:rPr lang="en-US" sz="2800" b="1" spc="0" dirty="0">
                          <a:solidFill>
                            <a:srgbClr val="FF0000"/>
                          </a:solidFill>
                          <a:latin typeface="Trebuchet MS" panose="020B0603020202020204" pitchFamily="34" charset="0"/>
                        </a:rPr>
                        <a:t>(THIS SIDEBAR WILL APPEAR ON THE POSTER)</a:t>
                      </a:r>
                      <a:endParaRPr lang="en-US" sz="3600" b="1" spc="600" dirty="0">
                        <a:solidFill>
                          <a:schemeClr val="bg1"/>
                        </a:solidFill>
                        <a:latin typeface="Trebuchet MS" panose="020B0603020202020204" pitchFamily="34" charset="0"/>
                      </a:endParaRPr>
                    </a:p>
                  </a:txBody>
                  <a:tcPr marL="213360" marR="106680" marT="137160">
                    <a:solidFill>
                      <a:srgbClr val="FFC000"/>
                    </a:solidFill>
                  </a:tcPr>
                </a:tc>
                <a:tc hMerge="1">
                  <a:tcPr/>
                </a:tc>
              </a:tr>
              <a:tr h="4065238">
                <a:tc gridSpan="2">
                  <a:txBody>
                    <a:bodyPr/>
                    <a:lstStyle/>
                    <a:p>
                      <a:pPr defTabSz="3765550"/>
                      <a:r>
                        <a:rPr lang="en-US" sz="2000" b="0" i="0" dirty="0">
                          <a:solidFill>
                            <a:srgbClr val="D9D9D9"/>
                          </a:solidFill>
                          <a:latin typeface="Arial" panose="020B0704020202020204"/>
                          <a:cs typeface="Arial" panose="020B0704020202020204"/>
                        </a:rPr>
                        <a:t>This PowerPoint template is designed to create a </a:t>
                      </a:r>
                      <a:r>
                        <a:rPr lang="en-US" sz="2000" b="1" i="0" dirty="0">
                          <a:solidFill>
                            <a:srgbClr val="FFC000"/>
                          </a:solidFill>
                          <a:latin typeface="Arial" panose="020B0704020202020204"/>
                          <a:cs typeface="Arial" panose="020B0704020202020204"/>
                        </a:rPr>
                        <a:t>36"x48" </a:t>
                      </a:r>
                      <a:r>
                        <a:rPr lang="en-US" sz="2000" b="0" i="0" dirty="0">
                          <a:solidFill>
                            <a:srgbClr val="D9D9D9"/>
                          </a:solidFill>
                          <a:latin typeface="Arial" panose="020B0704020202020204"/>
                          <a:cs typeface="Arial" panose="020B0704020202020204"/>
                        </a:rPr>
                        <a:t>research poster. Simply add your title, subtitle, text, tables, charts, and photos to customize your poster.</a:t>
                      </a:r>
                      <a:endParaRPr lang="en-US" sz="2000" b="0" i="0" dirty="0">
                        <a:solidFill>
                          <a:srgbClr val="D9D9D9"/>
                        </a:solidFill>
                        <a:latin typeface="Arial" panose="020B0704020202020204"/>
                        <a:cs typeface="Arial" panose="020B0704020202020204"/>
                      </a:endParaRPr>
                    </a:p>
                    <a:p>
                      <a:pPr defTabSz="3765550"/>
                      <a:endParaRPr lang="en-US" sz="2000" b="0" i="0" dirty="0">
                        <a:solidFill>
                          <a:srgbClr val="D9D9D9"/>
                        </a:solidFill>
                        <a:latin typeface="Arial" panose="020B0704020202020204"/>
                        <a:cs typeface="Arial" panose="020B0704020202020204"/>
                      </a:endParaRPr>
                    </a:p>
                    <a:p>
                      <a:pPr defTabSz="3765550"/>
                      <a:r>
                        <a:rPr lang="en-US" sz="2000" b="0" i="0" dirty="0">
                          <a:solidFill>
                            <a:srgbClr val="D9D9D9"/>
                          </a:solidFill>
                          <a:latin typeface="Arial" panose="020B0704020202020204"/>
                          <a:cs typeface="Arial" panose="020B0704020202020204"/>
                        </a:rPr>
                        <a:t>To assist you in the design process and address any poster-related questions, we offer a series of online tutorials. Visit </a:t>
                      </a:r>
                      <a:r>
                        <a:rPr lang="en-US" sz="2000" b="1" i="0" dirty="0" err="1">
                          <a:solidFill>
                            <a:srgbClr val="FFC000"/>
                          </a:solidFill>
                          <a:latin typeface="Arial" panose="020B0704020202020204"/>
                          <a:cs typeface="Arial" panose="020B0704020202020204"/>
                        </a:rPr>
                        <a:t>PosterPresentations.com</a:t>
                      </a:r>
                      <a:r>
                        <a:rPr lang="en-US" sz="2000" b="1" i="0" dirty="0">
                          <a:solidFill>
                            <a:srgbClr val="FFC000"/>
                          </a:solidFill>
                          <a:latin typeface="Arial" panose="020B0704020202020204"/>
                          <a:cs typeface="Arial" panose="020B0704020202020204"/>
                        </a:rPr>
                        <a:t> </a:t>
                      </a:r>
                      <a:r>
                        <a:rPr lang="en-US" sz="2000" b="0" i="0" dirty="0">
                          <a:solidFill>
                            <a:srgbClr val="D9D9D9"/>
                          </a:solidFill>
                          <a:latin typeface="Arial" panose="020B0704020202020204"/>
                          <a:cs typeface="Arial" panose="020B0704020202020204"/>
                        </a:rPr>
                        <a:t>and select the </a:t>
                      </a:r>
                      <a:r>
                        <a:rPr lang="en-US" sz="2000" b="1" i="0" dirty="0">
                          <a:solidFill>
                            <a:srgbClr val="FFC000"/>
                          </a:solidFill>
                          <a:latin typeface="Arial" panose="020B0704020202020204"/>
                          <a:cs typeface="Arial" panose="020B0704020202020204"/>
                        </a:rPr>
                        <a:t>Tutorials </a:t>
                      </a:r>
                      <a:r>
                        <a:rPr lang="en-US" sz="2000" b="0" i="0" dirty="0">
                          <a:solidFill>
                            <a:srgbClr val="D9D9D9"/>
                          </a:solidFill>
                          <a:latin typeface="Arial" panose="020B0704020202020204"/>
                          <a:cs typeface="Arial" panose="020B0704020202020204"/>
                        </a:rPr>
                        <a:t>tab for detailed guidance.</a:t>
                      </a:r>
                      <a:endParaRPr lang="en-US" sz="2000" b="0" i="0" dirty="0">
                        <a:solidFill>
                          <a:srgbClr val="D9D9D9"/>
                        </a:solidFill>
                        <a:latin typeface="Arial" panose="020B0704020202020204"/>
                        <a:cs typeface="Arial" panose="020B0704020202020204"/>
                      </a:endParaRPr>
                    </a:p>
                    <a:p>
                      <a:pPr defTabSz="3765550"/>
                      <a:endParaRPr lang="en-US" sz="2000" b="0" i="0" dirty="0">
                        <a:solidFill>
                          <a:srgbClr val="D9D9D9"/>
                        </a:solidFill>
                        <a:latin typeface="Arial" panose="020B0704020202020204"/>
                        <a:cs typeface="Arial" panose="020B0704020202020204"/>
                      </a:endParaRPr>
                    </a:p>
                    <a:p>
                      <a:pPr defTabSz="3765550"/>
                      <a:r>
                        <a:rPr lang="en-US" sz="2000" b="0" i="0" dirty="0">
                          <a:solidFill>
                            <a:srgbClr val="D9D9D9"/>
                          </a:solidFill>
                          <a:latin typeface="Arial" panose="020B0704020202020204"/>
                          <a:cs typeface="Arial" panose="020B0704020202020204"/>
                        </a:rPr>
                        <a:t>For same-day professional printing of your poster, go to </a:t>
                      </a:r>
                      <a:r>
                        <a:rPr lang="en-US" sz="2000" b="1" i="0" dirty="0" err="1">
                          <a:solidFill>
                            <a:srgbClr val="FFC000"/>
                          </a:solidFill>
                          <a:latin typeface="Arial" panose="020B0704020202020204"/>
                          <a:cs typeface="Arial" panose="020B0704020202020204"/>
                        </a:rPr>
                        <a:t>PosterPresentations.com</a:t>
                      </a:r>
                      <a:r>
                        <a:rPr lang="en-US" sz="2000" b="1" i="0" dirty="0">
                          <a:solidFill>
                            <a:srgbClr val="FFC000"/>
                          </a:solidFill>
                          <a:latin typeface="Arial" panose="020B0704020202020204"/>
                          <a:cs typeface="Arial" panose="020B0704020202020204"/>
                        </a:rPr>
                        <a:t> </a:t>
                      </a:r>
                      <a:r>
                        <a:rPr lang="en-US" sz="2000" b="0" i="0" dirty="0">
                          <a:solidFill>
                            <a:srgbClr val="D9D9D9"/>
                          </a:solidFill>
                          <a:latin typeface="Arial" panose="020B0704020202020204"/>
                          <a:cs typeface="Arial" panose="020B0704020202020204"/>
                        </a:rPr>
                        <a:t>and click on the ”</a:t>
                      </a:r>
                      <a:r>
                        <a:rPr lang="en-US" sz="2000" b="1" i="0" dirty="0">
                          <a:solidFill>
                            <a:srgbClr val="FFC000"/>
                          </a:solidFill>
                          <a:latin typeface="Arial" panose="020B0704020202020204"/>
                          <a:cs typeface="Arial" panose="020B0704020202020204"/>
                        </a:rPr>
                        <a:t>PRINT</a:t>
                      </a:r>
                      <a:r>
                        <a:rPr lang="en-US" sz="2000" b="0" i="0" dirty="0">
                          <a:solidFill>
                            <a:srgbClr val="D9D9D9"/>
                          </a:solidFill>
                          <a:latin typeface="Arial" panose="020B0704020202020204"/>
                          <a:cs typeface="Arial" panose="020B0704020202020204"/>
                        </a:rPr>
                        <a:t>” button or click on any of our poster options.</a:t>
                      </a:r>
                      <a:endParaRPr lang="en-US" sz="2000" b="0" dirty="0">
                        <a:solidFill>
                          <a:srgbClr val="D9D9D9"/>
                        </a:solidFill>
                        <a:latin typeface="Arial" panose="020B0704020202020204"/>
                        <a:cs typeface="Arial" panose="020B0704020202020204"/>
                      </a:endParaRPr>
                    </a:p>
                  </a:txBody>
                  <a:tcPr marL="213360" marR="106680" marT="137160">
                    <a:solidFill>
                      <a:srgbClr val="010101"/>
                    </a:solidFill>
                  </a:tcPr>
                </a:tc>
                <a:tc hMerge="1">
                  <a:tcPr>
                    <a:solidFill>
                      <a:schemeClr val="tx1">
                        <a:lumMod val="95000"/>
                        <a:lumOff val="5000"/>
                      </a:schemeClr>
                    </a:solidFill>
                  </a:tcPr>
                </a:tc>
              </a:tr>
              <a:tr h="4418736">
                <a:tc>
                  <a:txBody>
                    <a:bodyPr/>
                    <a:lstStyle/>
                    <a:p>
                      <a:pPr algn="ctr"/>
                      <a:endParaRPr lang="en-US" sz="2000" dirty="0">
                        <a:solidFill>
                          <a:srgbClr val="1F3A4E"/>
                        </a:solidFill>
                      </a:endParaRPr>
                    </a:p>
                    <a:p>
                      <a:pPr algn="ctr"/>
                      <a:endParaRPr lang="en-US" sz="2000" dirty="0">
                        <a:solidFill>
                          <a:srgbClr val="1F3A4E"/>
                        </a:solidFill>
                      </a:endParaRPr>
                    </a:p>
                    <a:p>
                      <a:pPr algn="ctr"/>
                      <a:r>
                        <a:rPr lang="en-US" sz="2000" dirty="0">
                          <a:solidFill>
                            <a:schemeClr val="bg1"/>
                          </a:solidFill>
                          <a:latin typeface="Arial" panose="020B0704020202020204" pitchFamily="34" charset="0"/>
                          <a:cs typeface="Arial" panose="020B0704020202020204" pitchFamily="34" charset="0"/>
                        </a:rPr>
                        <a:t>This is a template for a</a:t>
                      </a:r>
                      <a:br>
                        <a:rPr lang="en-US" sz="2000" dirty="0">
                          <a:solidFill>
                            <a:schemeClr val="bg1"/>
                          </a:solidFill>
                          <a:latin typeface="Arial" panose="020B0704020202020204" pitchFamily="34" charset="0"/>
                          <a:cs typeface="Arial" panose="020B0704020202020204" pitchFamily="34" charset="0"/>
                        </a:rPr>
                      </a:br>
                      <a:r>
                        <a:rPr lang="en-US" sz="2000" dirty="0">
                          <a:solidFill>
                            <a:schemeClr val="bg1"/>
                          </a:solidFill>
                          <a:latin typeface="Arial" panose="020B0704020202020204" pitchFamily="34" charset="0"/>
                          <a:cs typeface="Arial" panose="020B0704020202020204" pitchFamily="34" charset="0"/>
                        </a:rPr>
                        <a:t>presentation poster </a:t>
                      </a:r>
                      <a:br>
                        <a:rPr lang="en-US" sz="2000" dirty="0">
                          <a:solidFill>
                            <a:schemeClr val="bg1"/>
                          </a:solidFill>
                          <a:latin typeface="Arial" panose="020B0704020202020204" pitchFamily="34" charset="0"/>
                          <a:cs typeface="Arial" panose="020B0704020202020204" pitchFamily="34" charset="0"/>
                        </a:rPr>
                      </a:br>
                      <a:r>
                        <a:rPr lang="en-US" sz="3600" b="1" dirty="0">
                          <a:solidFill>
                            <a:srgbClr val="FFC000"/>
                          </a:solidFill>
                          <a:latin typeface="Arial" panose="020B0704020202020204" pitchFamily="34" charset="0"/>
                          <a:cs typeface="Arial" panose="020B0704020202020204" pitchFamily="34" charset="0"/>
                        </a:rPr>
                        <a:t>36 inches tall</a:t>
                      </a:r>
                      <a:br>
                        <a:rPr lang="en-US" sz="3600" b="1" dirty="0">
                          <a:solidFill>
                            <a:srgbClr val="FFC000"/>
                          </a:solidFill>
                          <a:latin typeface="Arial" panose="020B0704020202020204" pitchFamily="34" charset="0"/>
                          <a:cs typeface="Arial" panose="020B0704020202020204" pitchFamily="34" charset="0"/>
                        </a:rPr>
                      </a:br>
                      <a:r>
                        <a:rPr lang="en-US" sz="3600" b="1" dirty="0">
                          <a:solidFill>
                            <a:srgbClr val="FFC000"/>
                          </a:solidFill>
                          <a:latin typeface="Arial" panose="020B0704020202020204" pitchFamily="34" charset="0"/>
                          <a:cs typeface="Arial" panose="020B0704020202020204" pitchFamily="34" charset="0"/>
                        </a:rPr>
                        <a:t>by</a:t>
                      </a:r>
                      <a:br>
                        <a:rPr lang="en-US" sz="3600" b="1" dirty="0">
                          <a:solidFill>
                            <a:srgbClr val="FFC000"/>
                          </a:solidFill>
                          <a:latin typeface="Arial" panose="020B0704020202020204" pitchFamily="34" charset="0"/>
                          <a:cs typeface="Arial" panose="020B0704020202020204" pitchFamily="34" charset="0"/>
                        </a:rPr>
                      </a:br>
                      <a:r>
                        <a:rPr lang="en-US" sz="3600" b="1" dirty="0">
                          <a:solidFill>
                            <a:srgbClr val="FFC000"/>
                          </a:solidFill>
                          <a:latin typeface="Arial" panose="020B0704020202020204" pitchFamily="34" charset="0"/>
                          <a:cs typeface="Arial" panose="020B0704020202020204" pitchFamily="34" charset="0"/>
                        </a:rPr>
                        <a:t>56 inches wide</a:t>
                      </a:r>
                      <a:br>
                        <a:rPr lang="en-US" sz="2000" dirty="0">
                          <a:solidFill>
                            <a:schemeClr val="bg1"/>
                          </a:solidFill>
                          <a:latin typeface="Arial" panose="020B0704020202020204" pitchFamily="34" charset="0"/>
                          <a:cs typeface="Arial" panose="020B0704020202020204" pitchFamily="34" charset="0"/>
                        </a:rPr>
                      </a:br>
                      <a:endParaRPr lang="en-US" sz="2000" dirty="0">
                        <a:solidFill>
                          <a:srgbClr val="1F3A4E"/>
                        </a:solidFill>
                      </a:endParaRPr>
                    </a:p>
                  </a:txBody>
                  <a:tcPr marL="106680" marR="106680">
                    <a:solidFill>
                      <a:srgbClr val="010101"/>
                    </a:solidFill>
                  </a:tcPr>
                </a:tc>
                <a:tc>
                  <a:txBody>
                    <a:bodyPr/>
                    <a:lstStyle/>
                    <a:p>
                      <a:pPr marL="0" marR="0" indent="0" algn="l" defTabSz="4389120" rtl="0" eaLnBrk="1" fontAlgn="auto" latinLnBrk="0" hangingPunct="1">
                        <a:lnSpc>
                          <a:spcPct val="100000"/>
                        </a:lnSpc>
                        <a:spcBef>
                          <a:spcPts val="0"/>
                        </a:spcBef>
                        <a:spcAft>
                          <a:spcPts val="0"/>
                        </a:spcAft>
                        <a:buClrTx/>
                        <a:buSzTx/>
                        <a:buFontTx/>
                        <a:buNone/>
                        <a:defRPr/>
                      </a:pPr>
                      <a:r>
                        <a:rPr lang="en-US" sz="2400" b="1" baseline="0" dirty="0">
                          <a:solidFill>
                            <a:srgbClr val="FFC000"/>
                          </a:solidFill>
                          <a:latin typeface="Arial" panose="020B0704020202020204" pitchFamily="34" charset="0"/>
                          <a:cs typeface="Arial" panose="020B0704020202020204" pitchFamily="34" charset="0"/>
                        </a:rPr>
                        <a:t>Important: Check the template size</a:t>
                      </a:r>
                      <a:br>
                        <a:rPr lang="en-US" sz="2000" b="0" baseline="0" dirty="0">
                          <a:solidFill>
                            <a:srgbClr val="FFC000"/>
                          </a:solidFill>
                          <a:latin typeface="Arial" panose="020B0704020202020204" pitchFamily="34" charset="0"/>
                          <a:cs typeface="Arial" panose="020B0704020202020204" pitchFamily="34" charset="0"/>
                        </a:rPr>
                      </a:br>
                      <a:r>
                        <a:rPr lang="en-US" sz="2000" b="0" baseline="0" dirty="0">
                          <a:solidFill>
                            <a:srgbClr val="D9D9D9"/>
                          </a:solidFill>
                          <a:latin typeface="Arial" panose="020B0704020202020204" pitchFamily="34" charset="0"/>
                          <a:cs typeface="Arial" panose="020B0704020202020204" pitchFamily="34" charset="0"/>
                        </a:rPr>
                        <a:t>Before starting your poster, ensure you have downloaded the correct template size to avoid printing issues.</a:t>
                      </a:r>
                      <a:endParaRPr lang="en-US" sz="2000" b="0" baseline="0" dirty="0">
                        <a:solidFill>
                          <a:srgbClr val="D9D9D9"/>
                        </a:solidFill>
                        <a:latin typeface="Arial" panose="020B0704020202020204" pitchFamily="34" charset="0"/>
                        <a:cs typeface="Arial" panose="020B0704020202020204" pitchFamily="34" charset="0"/>
                      </a:endParaRPr>
                    </a:p>
                    <a:p>
                      <a:pPr marL="0" marR="0" indent="0" algn="l" defTabSz="4389120" rtl="0" eaLnBrk="1" fontAlgn="auto" latinLnBrk="0" hangingPunct="1">
                        <a:lnSpc>
                          <a:spcPct val="100000"/>
                        </a:lnSpc>
                        <a:spcBef>
                          <a:spcPts val="0"/>
                        </a:spcBef>
                        <a:spcAft>
                          <a:spcPts val="0"/>
                        </a:spcAft>
                        <a:buClrTx/>
                        <a:buSzTx/>
                        <a:buFontTx/>
                        <a:buNone/>
                        <a:defRPr/>
                      </a:pPr>
                      <a:endParaRPr lang="en-US" sz="2000" b="0" baseline="0" dirty="0">
                        <a:solidFill>
                          <a:srgbClr val="D9D9D9"/>
                        </a:solidFill>
                        <a:latin typeface="Arial" panose="020B0704020202020204" pitchFamily="34" charset="0"/>
                        <a:cs typeface="Arial" panose="020B0704020202020204" pitchFamily="34" charset="0"/>
                      </a:endParaRPr>
                    </a:p>
                    <a:p>
                      <a:pPr marL="0" marR="0" indent="0" algn="l" defTabSz="4389120" rtl="0" eaLnBrk="1" fontAlgn="auto" latinLnBrk="0" hangingPunct="1">
                        <a:lnSpc>
                          <a:spcPct val="100000"/>
                        </a:lnSpc>
                        <a:spcBef>
                          <a:spcPts val="0"/>
                        </a:spcBef>
                        <a:spcAft>
                          <a:spcPts val="0"/>
                        </a:spcAft>
                        <a:buClrTx/>
                        <a:buSzTx/>
                        <a:buFontTx/>
                        <a:buNone/>
                        <a:defRPr/>
                      </a:pPr>
                      <a:r>
                        <a:rPr lang="en-US" sz="2000" b="0" baseline="0" dirty="0">
                          <a:solidFill>
                            <a:srgbClr val="D9D9D9"/>
                          </a:solidFill>
                          <a:latin typeface="Arial" panose="020B0704020202020204" pitchFamily="34" charset="0"/>
                          <a:cs typeface="Arial" panose="020B0704020202020204" pitchFamily="34" charset="0"/>
                        </a:rPr>
                        <a:t>This template can also be printed in the following sizes without distortion or additional formatting:</a:t>
                      </a:r>
                      <a:br>
                        <a:rPr lang="en-US" sz="2000" b="0" baseline="0" dirty="0">
                          <a:solidFill>
                            <a:srgbClr val="D9D9D9"/>
                          </a:solidFill>
                          <a:latin typeface="Arial" panose="020B0704020202020204" pitchFamily="34" charset="0"/>
                          <a:cs typeface="Arial" panose="020B0704020202020204" pitchFamily="34" charset="0"/>
                        </a:rPr>
                      </a:br>
                      <a:r>
                        <a:rPr kumimoji="0" lang="en-US" sz="2000" b="0" i="0" u="none" strike="noStrike" kern="1200" cap="none" spc="0" normalizeH="0" baseline="0" noProof="0" dirty="0">
                          <a:ln>
                            <a:noFill/>
                          </a:ln>
                          <a:solidFill>
                            <a:srgbClr val="FFC000"/>
                          </a:solidFill>
                          <a:effectLst/>
                          <a:uLnTx/>
                          <a:uFillTx/>
                          <a:latin typeface="Arial" panose="020B0704020202020204" pitchFamily="34" charset="0"/>
                          <a:ea typeface="+mn-ea"/>
                          <a:cs typeface="Arial" panose="020B0704020202020204" pitchFamily="34" charset="0"/>
                        </a:rPr>
                        <a:t>42 tall x 65.3 wide</a:t>
                      </a:r>
                      <a:br>
                        <a:rPr kumimoji="0" lang="en-US" sz="2000" b="0" i="0" u="none" strike="noStrike" kern="1200" cap="none" spc="0" normalizeH="0" baseline="0" noProof="0" dirty="0">
                          <a:ln>
                            <a:noFill/>
                          </a:ln>
                          <a:solidFill>
                            <a:srgbClr val="FFC000"/>
                          </a:solidFill>
                          <a:effectLst/>
                          <a:uLnTx/>
                          <a:uFillTx/>
                          <a:latin typeface="Arial" panose="020B0704020202020204" pitchFamily="34" charset="0"/>
                          <a:ea typeface="+mn-ea"/>
                          <a:cs typeface="Arial" panose="020B0704020202020204" pitchFamily="34" charset="0"/>
                        </a:rPr>
                      </a:br>
                      <a:r>
                        <a:rPr kumimoji="0" lang="en-US" sz="2000" b="0" i="0" u="none" strike="noStrike" kern="1200" cap="none" spc="0" normalizeH="0" baseline="0" noProof="0" dirty="0">
                          <a:ln>
                            <a:noFill/>
                          </a:ln>
                          <a:solidFill>
                            <a:srgbClr val="FFC000"/>
                          </a:solidFill>
                          <a:effectLst/>
                          <a:uLnTx/>
                          <a:uFillTx/>
                          <a:latin typeface="Arial" panose="020B0704020202020204" pitchFamily="34" charset="0"/>
                          <a:ea typeface="+mn-ea"/>
                          <a:cs typeface="Arial" panose="020B0704020202020204" pitchFamily="34" charset="0"/>
                        </a:rPr>
                        <a:t>48 tall x 74.6 wide</a:t>
                      </a:r>
                      <a:endParaRPr lang="en-US" sz="2000" b="0" baseline="0" dirty="0">
                        <a:solidFill>
                          <a:srgbClr val="FFC000"/>
                        </a:solidFill>
                        <a:latin typeface="Arial" panose="020B0704020202020204" pitchFamily="34" charset="0"/>
                        <a:cs typeface="Arial" panose="020B0704020202020204" pitchFamily="34" charset="0"/>
                      </a:endParaRPr>
                    </a:p>
                  </a:txBody>
                  <a:tcPr marL="213360" marR="106680" marT="137160">
                    <a:solidFill>
                      <a:srgbClr val="010101"/>
                    </a:solidFill>
                  </a:tcPr>
                </a:tc>
              </a:tr>
              <a:tr h="4144547">
                <a:tc>
                  <a:txBody>
                    <a:bodyPr/>
                    <a:lstStyle/>
                    <a:p>
                      <a:endParaRPr lang="en-US" sz="2000" dirty="0">
                        <a:solidFill>
                          <a:srgbClr val="1F3A4E"/>
                        </a:solidFill>
                      </a:endParaRPr>
                    </a:p>
                  </a:txBody>
                  <a:tcPr marL="106680" marR="106680">
                    <a:blipFill rotWithShape="1">
                      <a:blip r:embed="rId2"/>
                      <a:stretch>
                        <a:fillRect/>
                      </a:stretch>
                    </a:blipFill>
                  </a:tcPr>
                </a:tc>
                <a:tc>
                  <a:txBody>
                    <a:bodyPr/>
                    <a:lstStyle/>
                    <a:p>
                      <a:pPr algn="l"/>
                      <a:r>
                        <a:rPr lang="en-US" sz="2400" b="1" baseline="0" dirty="0">
                          <a:solidFill>
                            <a:srgbClr val="FFC000"/>
                          </a:solidFill>
                          <a:latin typeface="Arial" panose="020B0704020202020204" pitchFamily="34" charset="0"/>
                          <a:cs typeface="Arial" panose="020B0704020202020204" pitchFamily="34" charset="0"/>
                        </a:rPr>
                        <a:t>How to </a:t>
                      </a:r>
                      <a:r>
                        <a:rPr lang="en-US" sz="4000" b="1" baseline="0" dirty="0">
                          <a:solidFill>
                            <a:srgbClr val="FFC000"/>
                          </a:solidFill>
                          <a:latin typeface="Arial" panose="020B0704020202020204" pitchFamily="34" charset="0"/>
                          <a:cs typeface="Arial" panose="020B0704020202020204" pitchFamily="34" charset="0"/>
                        </a:rPr>
                        <a:t>Zoom in </a:t>
                      </a:r>
                      <a:r>
                        <a:rPr lang="en-US" sz="2400" b="1" baseline="0" dirty="0">
                          <a:solidFill>
                            <a:srgbClr val="FFC000"/>
                          </a:solidFill>
                          <a:latin typeface="Arial" panose="020B0704020202020204" pitchFamily="34" charset="0"/>
                          <a:cs typeface="Arial" panose="020B0704020202020204" pitchFamily="34" charset="0"/>
                        </a:rPr>
                        <a:t>and </a:t>
                      </a:r>
                      <a:r>
                        <a:rPr lang="en-US" sz="1800" b="1" baseline="0" dirty="0">
                          <a:solidFill>
                            <a:srgbClr val="FFC000"/>
                          </a:solidFill>
                          <a:latin typeface="Arial" panose="020B0704020202020204" pitchFamily="34" charset="0"/>
                          <a:cs typeface="Arial" panose="020B0704020202020204" pitchFamily="34" charset="0"/>
                        </a:rPr>
                        <a:t>out</a:t>
                      </a:r>
                      <a:endParaRPr lang="en-US" sz="2400" b="1" baseline="0" dirty="0">
                        <a:solidFill>
                          <a:srgbClr val="FFC000"/>
                        </a:solidFill>
                        <a:latin typeface="Arial" panose="020B0704020202020204" pitchFamily="34" charset="0"/>
                        <a:cs typeface="Arial" panose="020B0704020202020204" pitchFamily="34" charset="0"/>
                      </a:endParaRPr>
                    </a:p>
                    <a:p>
                      <a:pPr algn="l"/>
                      <a:r>
                        <a:rPr lang="en-US" sz="2000" b="0" baseline="0" dirty="0">
                          <a:solidFill>
                            <a:srgbClr val="D9D9D9"/>
                          </a:solidFill>
                          <a:latin typeface="Arial" panose="020B0704020202020204" pitchFamily="34" charset="0"/>
                          <a:cs typeface="Arial" panose="020B0704020202020204" pitchFamily="34" charset="0"/>
                        </a:rPr>
                        <a:t>Use the PowerPoint zoom tool to adjust the screen magnification for comfortable viewing. PowerPoint offers two ways to zoom:</a:t>
                      </a:r>
                      <a:endParaRPr lang="en-US" sz="2000" b="0" baseline="0" dirty="0">
                        <a:solidFill>
                          <a:srgbClr val="D9D9D9"/>
                        </a:solidFill>
                        <a:latin typeface="Arial" panose="020B0704020202020204" pitchFamily="34" charset="0"/>
                        <a:cs typeface="Arial" panose="020B0704020202020204" pitchFamily="34" charset="0"/>
                      </a:endParaRPr>
                    </a:p>
                    <a:p>
                      <a:pPr algn="l"/>
                      <a:endParaRPr lang="en-US" sz="2000" b="0" baseline="0" dirty="0">
                        <a:solidFill>
                          <a:srgbClr val="D9D9D9"/>
                        </a:solidFill>
                        <a:latin typeface="Arial" panose="020B0704020202020204" pitchFamily="34" charset="0"/>
                        <a:cs typeface="Arial" panose="020B0704020202020204" pitchFamily="34" charset="0"/>
                      </a:endParaRPr>
                    </a:p>
                    <a:p>
                      <a:pPr algn="l"/>
                      <a:r>
                        <a:rPr lang="en-US" sz="2000" b="0" baseline="0" dirty="0">
                          <a:solidFill>
                            <a:srgbClr val="D9D9D9"/>
                          </a:solidFill>
                          <a:latin typeface="Arial" panose="020B0704020202020204" pitchFamily="34" charset="0"/>
                          <a:cs typeface="Arial" panose="020B0704020202020204" pitchFamily="34" charset="0"/>
                        </a:rPr>
                        <a:t>1. Click the VIEW tab in the top menu bar, then select ZOOM. Choose the zoom percentage that suits you best.</a:t>
                      </a:r>
                      <a:endParaRPr lang="en-US" sz="2000" b="0" baseline="0" dirty="0">
                        <a:solidFill>
                          <a:srgbClr val="D9D9D9"/>
                        </a:solidFill>
                        <a:latin typeface="Arial" panose="020B0704020202020204" pitchFamily="34" charset="0"/>
                        <a:cs typeface="Arial" panose="020B0704020202020204" pitchFamily="34" charset="0"/>
                      </a:endParaRPr>
                    </a:p>
                    <a:p>
                      <a:pPr algn="l"/>
                      <a:r>
                        <a:rPr lang="en-US" sz="2000" b="0" baseline="0" dirty="0">
                          <a:solidFill>
                            <a:srgbClr val="D9D9D9"/>
                          </a:solidFill>
                          <a:latin typeface="Arial" panose="020B0704020202020204" pitchFamily="34" charset="0"/>
                          <a:cs typeface="Arial" panose="020B0704020202020204" pitchFamily="34" charset="0"/>
                        </a:rPr>
                        <a:t>2. Use the zoom slider located at the bottom-right corner of the window for more flexible adjustments.</a:t>
                      </a:r>
                      <a:endParaRPr lang="en-US" sz="2000" b="0" baseline="0" dirty="0">
                        <a:solidFill>
                          <a:srgbClr val="D9D9D9"/>
                        </a:solidFill>
                        <a:latin typeface="Arial" panose="020B0704020202020204" pitchFamily="34" charset="0"/>
                        <a:cs typeface="Arial" panose="020B0704020202020204" pitchFamily="34" charset="0"/>
                      </a:endParaRPr>
                    </a:p>
                  </a:txBody>
                  <a:tcPr marL="213360" marR="106680" marT="137160">
                    <a:solidFill>
                      <a:srgbClr val="010101"/>
                    </a:solidFill>
                  </a:tcPr>
                </a:tc>
              </a:tr>
              <a:tr h="1947619">
                <a:tc gridSpan="2">
                  <a:txBody>
                    <a:bodyPr/>
                    <a:lstStyle/>
                    <a:p>
                      <a:pPr marL="0" marR="0" lvl="0" indent="0" algn="l" defTabSz="4389120" rtl="0" eaLnBrk="1" fontAlgn="auto" latinLnBrk="0" hangingPunct="1">
                        <a:lnSpc>
                          <a:spcPct val="100000"/>
                        </a:lnSpc>
                        <a:spcBef>
                          <a:spcPts val="0"/>
                        </a:spcBef>
                        <a:spcAft>
                          <a:spcPts val="0"/>
                        </a:spcAft>
                        <a:buClrTx/>
                        <a:buSzTx/>
                        <a:buFontTx/>
                        <a:buNone/>
                        <a:defRPr/>
                      </a:pPr>
                      <a:r>
                        <a:rPr lang="en-US" sz="2400" b="1" baseline="0" dirty="0">
                          <a:solidFill>
                            <a:srgbClr val="FFC000"/>
                          </a:solidFill>
                          <a:latin typeface="Arial" panose="020B0704020202020204" pitchFamily="34" charset="0"/>
                          <a:cs typeface="Arial" panose="020B0704020202020204" pitchFamily="34" charset="0"/>
                        </a:rPr>
                        <a:t>Ruler and Guides</a:t>
                      </a:r>
                      <a:br>
                        <a:rPr lang="en-US" sz="2000" b="0" baseline="0" dirty="0">
                          <a:solidFill>
                            <a:srgbClr val="FFC000"/>
                          </a:solidFill>
                          <a:latin typeface="Arial" panose="020B0704020202020204" pitchFamily="34" charset="0"/>
                          <a:cs typeface="Arial" panose="020B0704020202020204" pitchFamily="34" charset="0"/>
                        </a:rPr>
                      </a:br>
                      <a:r>
                        <a:rPr lang="en-US" sz="2000" b="0" baseline="0" dirty="0">
                          <a:solidFill>
                            <a:srgbClr val="D9D9D9"/>
                          </a:solidFill>
                          <a:latin typeface="Arial" panose="020B0704020202020204" pitchFamily="34" charset="0"/>
                          <a:cs typeface="Arial" panose="020B0704020202020204" pitchFamily="34" charset="0"/>
                        </a:rPr>
                        <a:t>The thin lines on this poster template are alignment guides. Horizontal and vertical guides help you position poster elements accurately. Text boxes and other elements will "snap" to the guides, ensuring they stay within the column boundaries.</a:t>
                      </a:r>
                      <a:endParaRPr lang="en-US" sz="2000" b="0" baseline="0" dirty="0">
                        <a:solidFill>
                          <a:srgbClr val="D9D9D9"/>
                        </a:solidFill>
                        <a:latin typeface="Arial" panose="020B0704020202020204" pitchFamily="34" charset="0"/>
                        <a:cs typeface="Arial" panose="020B0704020202020204" pitchFamily="34" charset="0"/>
                      </a:endParaRPr>
                    </a:p>
                    <a:p>
                      <a:pPr marL="0" marR="0" lvl="0" indent="0" algn="l" defTabSz="4389120" rtl="0" eaLnBrk="1" fontAlgn="auto" latinLnBrk="0" hangingPunct="1">
                        <a:lnSpc>
                          <a:spcPct val="100000"/>
                        </a:lnSpc>
                        <a:spcBef>
                          <a:spcPts val="0"/>
                        </a:spcBef>
                        <a:spcAft>
                          <a:spcPts val="0"/>
                        </a:spcAft>
                        <a:buClrTx/>
                        <a:buSzTx/>
                        <a:buFontTx/>
                        <a:buNone/>
                        <a:defRPr/>
                      </a:pPr>
                      <a:r>
                        <a:rPr lang="en-US" sz="2000" b="0" baseline="0" dirty="0">
                          <a:solidFill>
                            <a:srgbClr val="D9D9D9"/>
                          </a:solidFill>
                          <a:latin typeface="Arial" panose="020B0704020202020204" pitchFamily="34" charset="0"/>
                          <a:cs typeface="Arial" panose="020B0704020202020204" pitchFamily="34" charset="0"/>
                        </a:rPr>
                        <a:t>To hide the guides, go to the VIEW tab and uncheck the Guides box.</a:t>
                      </a:r>
                      <a:endParaRPr lang="en-US" sz="2000" b="0" baseline="0" dirty="0">
                        <a:solidFill>
                          <a:srgbClr val="D9D9D9"/>
                        </a:solidFill>
                        <a:latin typeface="Arial" panose="020B0704020202020204" pitchFamily="34" charset="0"/>
                        <a:cs typeface="Arial" panose="020B0704020202020204" pitchFamily="34" charset="0"/>
                      </a:endParaRPr>
                    </a:p>
                  </a:txBody>
                  <a:tcPr marL="106680" marR="106680">
                    <a:solidFill>
                      <a:srgbClr val="010101"/>
                    </a:solidFill>
                  </a:tcPr>
                </a:tc>
                <a:tc hMerge="1">
                  <a:tcPr marL="182880" marT="137160">
                    <a:solidFill>
                      <a:schemeClr val="tx1">
                        <a:lumMod val="95000"/>
                        <a:lumOff val="5000"/>
                      </a:schemeClr>
                    </a:solidFill>
                  </a:tcPr>
                </a:tc>
              </a:tr>
              <a:tr h="3695801">
                <a:tc>
                  <a:txBody>
                    <a:bodyPr/>
                    <a:lstStyle/>
                    <a:p>
                      <a:endParaRPr lang="en-US" sz="2000" dirty="0">
                        <a:solidFill>
                          <a:srgbClr val="1F3A4E"/>
                        </a:solidFill>
                      </a:endParaRPr>
                    </a:p>
                  </a:txBody>
                  <a:tcPr marL="106680" marR="106680">
                    <a:blipFill rotWithShape="1">
                      <a:blip r:embed="rId3"/>
                      <a:stretch>
                        <a:fillRect/>
                      </a:stretch>
                    </a:blipFill>
                  </a:tcPr>
                </a:tc>
                <a:tc>
                  <a:txBody>
                    <a:bodyPr/>
                    <a:lstStyle/>
                    <a:p>
                      <a:pPr marL="0" lvl="1" indent="0" algn="l" defTabSz="114300"/>
                      <a:r>
                        <a:rPr lang="en-US" sz="2400" b="1" baseline="0" dirty="0">
                          <a:solidFill>
                            <a:srgbClr val="FFC000"/>
                          </a:solidFill>
                          <a:latin typeface="Arial" panose="020B0704020202020204" pitchFamily="34" charset="0"/>
                          <a:cs typeface="Arial" panose="020B0704020202020204" pitchFamily="34" charset="0"/>
                        </a:rPr>
                        <a:t>Headers and text containers</a:t>
                      </a:r>
                      <a:br>
                        <a:rPr lang="en-US" sz="2000" b="0" baseline="0" dirty="0">
                          <a:solidFill>
                            <a:schemeClr val="bg1"/>
                          </a:solidFill>
                          <a:latin typeface="Arial" panose="020B0704020202020204" pitchFamily="34" charset="0"/>
                          <a:cs typeface="Arial" panose="020B0704020202020204" pitchFamily="34" charset="0"/>
                        </a:rPr>
                      </a:br>
                      <a:r>
                        <a:rPr lang="en-US" sz="2000" b="0" baseline="0" dirty="0">
                          <a:solidFill>
                            <a:schemeClr val="bg1"/>
                          </a:solidFill>
                          <a:latin typeface="Arial" panose="020B0704020202020204" pitchFamily="34" charset="0"/>
                          <a:cs typeface="Arial" panose="020B0704020202020204" pitchFamily="34" charset="0"/>
                        </a:rPr>
                        <a:t>This template includes commonly used section headers, such as Abstract, Objectives, Methods, and Results.</a:t>
                      </a:r>
                      <a:endParaRPr lang="en-US" sz="2000" b="0" baseline="0" dirty="0">
                        <a:solidFill>
                          <a:schemeClr val="bg1"/>
                        </a:solidFill>
                        <a:latin typeface="Arial" panose="020B0704020202020204" pitchFamily="34" charset="0"/>
                        <a:cs typeface="Arial" panose="020B0704020202020204" pitchFamily="34" charset="0"/>
                      </a:endParaRPr>
                    </a:p>
                    <a:p>
                      <a:pPr marL="0" lvl="1" indent="0" algn="l" defTabSz="114300"/>
                      <a:endParaRPr lang="en-US" sz="2000" b="0" baseline="0" dirty="0">
                        <a:solidFill>
                          <a:schemeClr val="bg1"/>
                        </a:solidFill>
                        <a:latin typeface="Arial" panose="020B0704020202020204" pitchFamily="34" charset="0"/>
                        <a:cs typeface="Arial" panose="020B0704020202020204" pitchFamily="34" charset="0"/>
                      </a:endParaRPr>
                    </a:p>
                    <a:p>
                      <a:pPr marL="0" lvl="1" indent="0" algn="l" defTabSz="114300"/>
                      <a:r>
                        <a:rPr lang="en-US" sz="2000" b="0" baseline="0" dirty="0">
                          <a:solidFill>
                            <a:schemeClr val="bg1"/>
                          </a:solidFill>
                          <a:latin typeface="Arial" panose="020B0704020202020204" pitchFamily="34" charset="0"/>
                          <a:cs typeface="Arial" panose="020B0704020202020204" pitchFamily="34" charset="0"/>
                        </a:rPr>
                        <a:t>Click inside a section header to add text.</a:t>
                      </a:r>
                      <a:endParaRPr lang="en-US" sz="2000" b="0" baseline="0" dirty="0">
                        <a:solidFill>
                          <a:schemeClr val="bg1"/>
                        </a:solidFill>
                        <a:latin typeface="Arial" panose="020B0704020202020204" pitchFamily="34" charset="0"/>
                        <a:cs typeface="Arial" panose="020B0704020202020204" pitchFamily="34" charset="0"/>
                      </a:endParaRPr>
                    </a:p>
                    <a:p>
                      <a:pPr marL="0" lvl="1" indent="0" algn="l" defTabSz="114300"/>
                      <a:r>
                        <a:rPr lang="en-US" sz="2000" b="0" baseline="0" dirty="0">
                          <a:solidFill>
                            <a:schemeClr val="bg1"/>
                          </a:solidFill>
                          <a:latin typeface="Arial" panose="020B0704020202020204" pitchFamily="34" charset="0"/>
                          <a:cs typeface="Arial" panose="020B0704020202020204" pitchFamily="34" charset="0"/>
                        </a:rPr>
                        <a:t>To create a new header, click the edge of the section box to outline it, then copy and paste it.</a:t>
                      </a:r>
                      <a:endParaRPr lang="en-US" sz="2000" b="0" baseline="0" dirty="0">
                        <a:solidFill>
                          <a:schemeClr val="bg1"/>
                        </a:solidFill>
                        <a:latin typeface="Arial" panose="020B0704020202020204" pitchFamily="34" charset="0"/>
                        <a:cs typeface="Arial" panose="020B0704020202020204" pitchFamily="34" charset="0"/>
                      </a:endParaRPr>
                    </a:p>
                    <a:p>
                      <a:pPr marL="0" lvl="1" indent="0" algn="l" defTabSz="114300"/>
                      <a:r>
                        <a:rPr lang="en-US" sz="2000" b="0" baseline="0" dirty="0">
                          <a:solidFill>
                            <a:schemeClr val="bg1"/>
                          </a:solidFill>
                          <a:latin typeface="Arial" panose="020B0704020202020204" pitchFamily="34" charset="0"/>
                          <a:cs typeface="Arial" panose="020B0704020202020204" pitchFamily="34" charset="0"/>
                        </a:rPr>
                        <a:t>To resize a header, click on the white circles and drag to the desired size.</a:t>
                      </a:r>
                      <a:endParaRPr lang="en-US" sz="2000" b="0" baseline="0" dirty="0">
                        <a:solidFill>
                          <a:srgbClr val="D9D9D9"/>
                        </a:solidFill>
                        <a:latin typeface="Arial" panose="020B0704020202020204" pitchFamily="34" charset="0"/>
                        <a:cs typeface="Arial" panose="020B0704020202020204" pitchFamily="34" charset="0"/>
                      </a:endParaRPr>
                    </a:p>
                  </a:txBody>
                  <a:tcPr marL="213360" marR="106680" marT="137160">
                    <a:solidFill>
                      <a:srgbClr val="010101"/>
                    </a:solidFill>
                  </a:tcPr>
                </a:tc>
              </a:tr>
              <a:tr h="3400855">
                <a:tc gridSpan="2">
                  <a:txBody>
                    <a:bodyPr/>
                    <a:lstStyle/>
                    <a:p>
                      <a:r>
                        <a:rPr lang="en-US" sz="2400" b="1" dirty="0">
                          <a:solidFill>
                            <a:srgbClr val="FFC000"/>
                          </a:solidFill>
                          <a:latin typeface="Arial" panose="020B0704020202020204" pitchFamily="34" charset="0"/>
                          <a:cs typeface="Arial" panose="020B0704020202020204" pitchFamily="34" charset="0"/>
                        </a:rPr>
                        <a:t>Adding content to the poster</a:t>
                      </a:r>
                      <a:endParaRPr lang="en-US" sz="2400" b="1" dirty="0">
                        <a:solidFill>
                          <a:srgbClr val="FFC000"/>
                        </a:solidFill>
                        <a:latin typeface="Arial" panose="020B0704020202020204" pitchFamily="34" charset="0"/>
                        <a:cs typeface="Arial" panose="020B0704020202020204" pitchFamily="34" charset="0"/>
                      </a:endParaRPr>
                    </a:p>
                    <a:p>
                      <a:r>
                        <a:rPr lang="en-US" sz="2000" baseline="0" dirty="0">
                          <a:solidFill>
                            <a:srgbClr val="D9D9D9"/>
                          </a:solidFill>
                          <a:latin typeface="Arial" panose="020B0704020202020204" pitchFamily="34" charset="0"/>
                          <a:cs typeface="Arial" panose="020B0704020202020204" pitchFamily="34" charset="0"/>
                        </a:rPr>
                        <a:t>Start by adding text to each section without worrying too much about formatting. Use the default font size initially, even if the text overflows beyond the poster’s boundaries or doesn’t completely fill the space. Add all your content, including text, graphics, and photos.</a:t>
                      </a:r>
                      <a:endParaRPr lang="en-US" sz="2000" baseline="0" dirty="0">
                        <a:solidFill>
                          <a:srgbClr val="D9D9D9"/>
                        </a:solidFill>
                        <a:latin typeface="Arial" panose="020B0704020202020204" pitchFamily="34" charset="0"/>
                        <a:cs typeface="Arial" panose="020B0704020202020204" pitchFamily="34" charset="0"/>
                      </a:endParaRPr>
                    </a:p>
                    <a:p>
                      <a:endParaRPr lang="en-US" sz="2000" baseline="0" dirty="0">
                        <a:solidFill>
                          <a:srgbClr val="D9D9D9"/>
                        </a:solidFill>
                        <a:latin typeface="Arial" panose="020B0704020202020204" pitchFamily="34" charset="0"/>
                        <a:cs typeface="Arial" panose="020B0704020202020204" pitchFamily="34" charset="0"/>
                      </a:endParaRPr>
                    </a:p>
                    <a:p>
                      <a:r>
                        <a:rPr lang="en-US" sz="2000" baseline="0" dirty="0">
                          <a:solidFill>
                            <a:srgbClr val="D9D9D9"/>
                          </a:solidFill>
                          <a:latin typeface="Arial" panose="020B0704020202020204" pitchFamily="34" charset="0"/>
                          <a:cs typeface="Arial" panose="020B0704020202020204" pitchFamily="34" charset="0"/>
                        </a:rPr>
                        <a:t>Once everything is in place, go back and adjust the size of your text, images, and other visual elements to distribute the content evenly across the poster.</a:t>
                      </a:r>
                      <a:endParaRPr lang="en-US" sz="2000" baseline="0" dirty="0">
                        <a:solidFill>
                          <a:srgbClr val="D9D9D9"/>
                        </a:solidFill>
                        <a:latin typeface="Arial" panose="020B0704020202020204" pitchFamily="34" charset="0"/>
                        <a:cs typeface="Arial" panose="020B0704020202020204" pitchFamily="34" charset="0"/>
                      </a:endParaRPr>
                    </a:p>
                    <a:p>
                      <a:endParaRPr lang="en-US" sz="2000" baseline="0" dirty="0">
                        <a:solidFill>
                          <a:srgbClr val="D9D9D9"/>
                        </a:solidFill>
                        <a:latin typeface="Arial" panose="020B0704020202020204" pitchFamily="34" charset="0"/>
                        <a:cs typeface="Arial" panose="020B0704020202020204" pitchFamily="34" charset="0"/>
                      </a:endParaRPr>
                    </a:p>
                    <a:p>
                      <a:r>
                        <a:rPr lang="en-US" sz="2000" baseline="0" dirty="0">
                          <a:solidFill>
                            <a:srgbClr val="D9D9D9"/>
                          </a:solidFill>
                          <a:latin typeface="Arial" panose="020B0704020202020204" pitchFamily="34" charset="0"/>
                          <a:cs typeface="Arial" panose="020B0704020202020204" pitchFamily="34" charset="0"/>
                        </a:rPr>
                        <a:t>Make sure everything is aligned correctly before you finalize your poster.</a:t>
                      </a:r>
                      <a:endParaRPr lang="en-US" sz="2000" baseline="0" dirty="0">
                        <a:solidFill>
                          <a:srgbClr val="D9D9D9"/>
                        </a:solidFill>
                        <a:latin typeface="Arial" panose="020B0704020202020204" pitchFamily="34" charset="0"/>
                        <a:cs typeface="Arial" panose="020B0704020202020204" pitchFamily="34" charset="0"/>
                      </a:endParaRPr>
                    </a:p>
                  </a:txBody>
                  <a:tcPr marL="106680" marR="106680">
                    <a:solidFill>
                      <a:srgbClr val="010101"/>
                    </a:solidFill>
                  </a:tcPr>
                </a:tc>
                <a:tc hMerge="1">
                  <a:tcPr marL="182880" marT="137160">
                    <a:solidFill>
                      <a:srgbClr val="010101"/>
                    </a:solidFill>
                  </a:tcPr>
                </a:tc>
              </a:tr>
              <a:tr h="2297743">
                <a:tc gridSpan="2">
                  <a:txBody>
                    <a:bodyPr/>
                    <a:lstStyle/>
                    <a:p>
                      <a:pPr marL="0" marR="0" lvl="0" indent="0" algn="l" defTabSz="1518285" rtl="0" eaLnBrk="1" fontAlgn="auto" latinLnBrk="0" hangingPunct="1">
                        <a:lnSpc>
                          <a:spcPct val="100000"/>
                        </a:lnSpc>
                        <a:spcBef>
                          <a:spcPts val="0"/>
                        </a:spcBef>
                        <a:spcAft>
                          <a:spcPts val="0"/>
                        </a:spcAft>
                        <a:buClrTx/>
                        <a:buSzTx/>
                        <a:buFontTx/>
                        <a:buNone/>
                        <a:defRPr/>
                      </a:pPr>
                      <a:r>
                        <a:rPr lang="en-US" sz="2400" b="1" noProof="0" dirty="0">
                          <a:solidFill>
                            <a:srgbClr val="FFC000"/>
                          </a:solidFill>
                          <a:latin typeface="Arial" panose="020B0704020202020204" pitchFamily="34" charset="0"/>
                          <a:cs typeface="Arial" panose="020B0704020202020204" pitchFamily="34" charset="0"/>
                        </a:rPr>
                        <a:t>Photos</a:t>
                      </a:r>
                      <a:endParaRPr lang="en-US" sz="2400" b="1" noProof="0" dirty="0">
                        <a:solidFill>
                          <a:srgbClr val="FFC000"/>
                        </a:solidFill>
                        <a:latin typeface="Arial" panose="020B0704020202020204" pitchFamily="34" charset="0"/>
                        <a:cs typeface="Arial" panose="020B0704020202020204" pitchFamily="34" charset="0"/>
                      </a:endParaRPr>
                    </a:p>
                    <a:p>
                      <a:pPr marL="0" marR="0" lvl="0" indent="0" algn="l" defTabSz="977900" rtl="0" eaLnBrk="1" fontAlgn="auto" latinLnBrk="0" hangingPunct="1">
                        <a:lnSpc>
                          <a:spcPct val="100000"/>
                        </a:lnSpc>
                        <a:spcBef>
                          <a:spcPts val="0"/>
                        </a:spcBef>
                        <a:spcAft>
                          <a:spcPts val="0"/>
                        </a:spcAft>
                        <a:buClrTx/>
                        <a:buSzTx/>
                        <a:buFontTx/>
                        <a:buNone/>
                        <a:defRPr/>
                      </a:pPr>
                      <a:r>
                        <a:rPr kumimoji="0" lang="en-US" sz="2000" b="0" i="0" u="none" strike="noStrike" kern="1200" cap="none" spc="0" normalizeH="0" baseline="0" noProof="0" dirty="0">
                          <a:ln>
                            <a:noFill/>
                          </a:ln>
                          <a:solidFill>
                            <a:srgbClr val="D9D9D9"/>
                          </a:solidFill>
                          <a:effectLst/>
                          <a:uLnTx/>
                          <a:uFillTx/>
                          <a:latin typeface="Arial" panose="020B0704020202020204"/>
                          <a:ea typeface="+mn-ea"/>
                          <a:cs typeface="Arial" panose="020B0704020202020204"/>
                        </a:rPr>
                        <a:t>To add photos, you can drag and drop them from your desktop, copy and paste, or go to INSERT &gt; PICTURES in the menu.</a:t>
                      </a:r>
                      <a:endParaRPr kumimoji="0" lang="en-US" sz="2000" b="0" i="0" u="none" strike="noStrike" kern="1200" cap="none" spc="0" normalizeH="0" baseline="0" noProof="0" dirty="0">
                        <a:ln>
                          <a:noFill/>
                        </a:ln>
                        <a:solidFill>
                          <a:srgbClr val="D9D9D9"/>
                        </a:solidFill>
                        <a:effectLst/>
                        <a:uLnTx/>
                        <a:uFillTx/>
                        <a:latin typeface="Arial" panose="020B0704020202020204"/>
                        <a:ea typeface="+mn-ea"/>
                        <a:cs typeface="Arial" panose="020B0704020202020204"/>
                      </a:endParaRPr>
                    </a:p>
                    <a:p>
                      <a:pPr marL="0" marR="0" lvl="0" indent="0" algn="l" defTabSz="977900" rtl="0" eaLnBrk="1" fontAlgn="auto" latinLnBrk="0" hangingPunct="1">
                        <a:lnSpc>
                          <a:spcPct val="100000"/>
                        </a:lnSpc>
                        <a:spcBef>
                          <a:spcPts val="0"/>
                        </a:spcBef>
                        <a:spcAft>
                          <a:spcPts val="0"/>
                        </a:spcAft>
                        <a:buClrTx/>
                        <a:buSzTx/>
                        <a:buFontTx/>
                        <a:buNone/>
                        <a:defRPr/>
                      </a:pPr>
                      <a:endParaRPr kumimoji="0" lang="en-US" sz="2000" b="0" i="0" u="none" strike="noStrike" kern="1200" cap="none" spc="0" normalizeH="0" baseline="0" noProof="0" dirty="0">
                        <a:ln>
                          <a:noFill/>
                        </a:ln>
                        <a:solidFill>
                          <a:srgbClr val="D9D9D9"/>
                        </a:solidFill>
                        <a:effectLst/>
                        <a:uLnTx/>
                        <a:uFillTx/>
                        <a:latin typeface="Arial" panose="020B0704020202020204"/>
                        <a:ea typeface="+mn-ea"/>
                        <a:cs typeface="Arial" panose="020B0704020202020204"/>
                      </a:endParaRPr>
                    </a:p>
                    <a:p>
                      <a:pPr marL="0" marR="0" lvl="0" indent="0" algn="l" defTabSz="977900" rtl="0" eaLnBrk="1" fontAlgn="auto" latinLnBrk="0" hangingPunct="1">
                        <a:lnSpc>
                          <a:spcPct val="100000"/>
                        </a:lnSpc>
                        <a:spcBef>
                          <a:spcPts val="0"/>
                        </a:spcBef>
                        <a:spcAft>
                          <a:spcPts val="0"/>
                        </a:spcAft>
                        <a:buClrTx/>
                        <a:buSzTx/>
                        <a:buFontTx/>
                        <a:buNone/>
                        <a:defRPr/>
                      </a:pPr>
                      <a:r>
                        <a:rPr kumimoji="0" lang="en-US" sz="2000" b="0" i="0" u="none" strike="noStrike" kern="1200" cap="none" spc="0" normalizeH="0" baseline="0" noProof="0" dirty="0">
                          <a:ln>
                            <a:noFill/>
                          </a:ln>
                          <a:solidFill>
                            <a:srgbClr val="D9D9D9"/>
                          </a:solidFill>
                          <a:effectLst/>
                          <a:uLnTx/>
                          <a:uFillTx/>
                          <a:latin typeface="Arial" panose="020B0704020202020204"/>
                          <a:ea typeface="+mn-ea"/>
                          <a:cs typeface="Arial" panose="020B0704020202020204"/>
                        </a:rPr>
                        <a:t>To resize images proportionally, drag one of the white corner handles (small circles or squares). The middle handles will stretch and distort your image. </a:t>
                      </a:r>
                      <a:endParaRPr kumimoji="0" lang="en-US" sz="2000" b="0" i="0" u="none" strike="noStrike" kern="1200" cap="none" spc="0" normalizeH="0" baseline="0" noProof="0" dirty="0">
                        <a:ln>
                          <a:noFill/>
                        </a:ln>
                        <a:solidFill>
                          <a:srgbClr val="D9D9D9"/>
                        </a:solidFill>
                        <a:effectLst/>
                        <a:uLnTx/>
                        <a:uFillTx/>
                        <a:latin typeface="Arial" panose="020B0704020202020204"/>
                        <a:ea typeface="+mn-ea"/>
                        <a:cs typeface="Arial" panose="020B0704020202020204"/>
                      </a:endParaRPr>
                    </a:p>
                  </a:txBody>
                  <a:tcPr marL="213360" marR="106680" marT="137160">
                    <a:solidFill>
                      <a:srgbClr val="010101"/>
                    </a:solidFill>
                  </a:tcPr>
                </a:tc>
                <a:tc hMerge="1">
                  <a:tcPr/>
                </a:tc>
              </a:tr>
              <a:tr h="2216095">
                <a:tc gridSpan="2">
                  <a:txBody>
                    <a:bodyPr/>
                    <a:lstStyle/>
                    <a:p>
                      <a:endParaRPr lang="en-US" sz="2000" dirty="0">
                        <a:solidFill>
                          <a:schemeClr val="bg1"/>
                        </a:solidFill>
                        <a:latin typeface="Arial" panose="020B0704020202020204" pitchFamily="34" charset="0"/>
                        <a:cs typeface="Arial" panose="020B0704020202020204" pitchFamily="34" charset="0"/>
                      </a:endParaRPr>
                    </a:p>
                  </a:txBody>
                  <a:tcPr marL="213360" marR="106680" marT="137160">
                    <a:blipFill rotWithShape="1">
                      <a:blip r:embed="rId4"/>
                      <a:stretch>
                        <a:fillRect/>
                      </a:stretch>
                    </a:blipFill>
                  </a:tcPr>
                </a:tc>
                <a:tc hMerge="1">
                  <a:tcPr/>
                </a:tc>
              </a:tr>
              <a:tr h="2337143">
                <a:tc gridSpan="2">
                  <a:txBody>
                    <a:bodyPr/>
                    <a:lstStyle/>
                    <a:p>
                      <a:pPr marL="0" marR="0" lvl="0" indent="0" algn="l" defTabSz="1518285" rtl="0" eaLnBrk="1" fontAlgn="auto" latinLnBrk="0" hangingPunct="1">
                        <a:lnSpc>
                          <a:spcPct val="100000"/>
                        </a:lnSpc>
                        <a:spcBef>
                          <a:spcPts val="0"/>
                        </a:spcBef>
                        <a:spcAft>
                          <a:spcPts val="0"/>
                        </a:spcAft>
                        <a:buClrTx/>
                        <a:buSzTx/>
                        <a:buFontTx/>
                        <a:buNone/>
                        <a:defRPr/>
                      </a:pPr>
                      <a:r>
                        <a:rPr lang="en-US" sz="2400" b="1" noProof="0" dirty="0">
                          <a:solidFill>
                            <a:srgbClr val="FFC000"/>
                          </a:solidFill>
                          <a:latin typeface="Arial" panose="020B0704020202020204"/>
                          <a:cs typeface="Arial" panose="020B0704020202020204"/>
                        </a:rPr>
                        <a:t>Quality check your graphics</a:t>
                      </a:r>
                      <a:endParaRPr lang="en-US" sz="2400" b="1" noProof="0" dirty="0">
                        <a:solidFill>
                          <a:srgbClr val="FFC000"/>
                        </a:solidFill>
                        <a:latin typeface="Arial" panose="020B0704020202020204"/>
                        <a:cs typeface="Arial" panose="020B0704020202020204"/>
                      </a:endParaRPr>
                    </a:p>
                    <a:p>
                      <a:pPr marL="0" marR="0" lvl="0" indent="0" algn="l" defTabSz="1518285" rtl="0" eaLnBrk="1" fontAlgn="auto" latinLnBrk="0" hangingPunct="1">
                        <a:lnSpc>
                          <a:spcPct val="100000"/>
                        </a:lnSpc>
                        <a:spcBef>
                          <a:spcPts val="0"/>
                        </a:spcBef>
                        <a:spcAft>
                          <a:spcPts val="0"/>
                        </a:spcAft>
                        <a:buClrTx/>
                        <a:buSzTx/>
                        <a:buFontTx/>
                        <a:buNone/>
                        <a:defRPr/>
                      </a:pPr>
                      <a:r>
                        <a:rPr lang="en-US" sz="2000" noProof="0" dirty="0">
                          <a:solidFill>
                            <a:srgbClr val="D9D9D9"/>
                          </a:solidFill>
                          <a:latin typeface="Arial" panose="020B0704020202020204"/>
                          <a:cs typeface="Arial" panose="020B0704020202020204"/>
                        </a:rPr>
                        <a:t>Zoom in on your images to a magnification level of 100%-200% in PowerPoint to check their clarity. This allows you to preview how the images will appear when printed. If the images look sharp and clear at this zoom level, they will likely print well without losing quality. However, if the images appear blurry or pixelated, consider using higher-resolution versions to ensure they print properly.</a:t>
                      </a:r>
                      <a:endParaRPr lang="en-US" sz="2000" noProof="0" dirty="0">
                        <a:solidFill>
                          <a:srgbClr val="D9D9D9"/>
                        </a:solidFill>
                        <a:latin typeface="Arial" panose="020B0704020202020204"/>
                        <a:cs typeface="Arial" panose="020B0704020202020204"/>
                      </a:endParaRPr>
                    </a:p>
                  </a:txBody>
                  <a:tcPr marL="213360" marR="106680" marT="137160">
                    <a:solidFill>
                      <a:srgbClr val="010101"/>
                    </a:solidFill>
                  </a:tcPr>
                </a:tc>
                <a:tc hMerge="1">
                  <a:tcPr>
                    <a:solidFill>
                      <a:schemeClr val="tx1">
                        <a:lumMod val="95000"/>
                        <a:lumOff val="5000"/>
                      </a:schemeClr>
                    </a:solidFill>
                  </a:tcPr>
                </a:tc>
              </a:tr>
              <a:tr h="3080144">
                <a:tc gridSpan="2">
                  <a:txBody>
                    <a:bodyPr/>
                    <a:lstStyle/>
                    <a:p>
                      <a:pPr marL="0" marR="0" lvl="0" indent="0" algn="l" defTabSz="1518285" rtl="0" eaLnBrk="1" fontAlgn="auto" latinLnBrk="0" hangingPunct="1">
                        <a:lnSpc>
                          <a:spcPct val="100000"/>
                        </a:lnSpc>
                        <a:spcBef>
                          <a:spcPts val="0"/>
                        </a:spcBef>
                        <a:spcAft>
                          <a:spcPts val="0"/>
                        </a:spcAft>
                        <a:buClrTx/>
                        <a:buSzTx/>
                        <a:buFontTx/>
                        <a:buNone/>
                        <a:defRPr/>
                      </a:pPr>
                      <a:endParaRPr lang="en-US" sz="2000" noProof="0" dirty="0">
                        <a:solidFill>
                          <a:schemeClr val="bg1"/>
                        </a:solidFill>
                        <a:latin typeface="Arial" panose="020B0704020202020204"/>
                        <a:cs typeface="Arial" panose="020B0704020202020204"/>
                      </a:endParaRPr>
                    </a:p>
                  </a:txBody>
                  <a:tcPr marL="213360" marR="106680" marT="137160">
                    <a:blipFill rotWithShape="1">
                      <a:blip r:embed="rId5"/>
                      <a:stretch>
                        <a:fillRect/>
                      </a:stretch>
                    </a:blipFill>
                  </a:tcPr>
                </a:tc>
                <a:tc hMerge="1">
                  <a:tcPr/>
                </a:tc>
              </a:tr>
            </a:tbl>
          </a:graphicData>
        </a:graphic>
      </p:graphicFrame>
      <p:graphicFrame>
        <p:nvGraphicFramePr>
          <p:cNvPr id="5" name="Table 4"/>
          <p:cNvGraphicFramePr>
            <a:graphicFrameLocks noGrp="1"/>
          </p:cNvGraphicFramePr>
          <p:nvPr userDrawn="1"/>
        </p:nvGraphicFramePr>
        <p:xfrm>
          <a:off x="52436183" y="0"/>
          <a:ext cx="10061067" cy="32855312"/>
        </p:xfrm>
        <a:graphic>
          <a:graphicData uri="http://schemas.openxmlformats.org/drawingml/2006/table">
            <a:tbl>
              <a:tblPr firstRow="1" bandRow="1">
                <a:tableStyleId>{5C22544A-7EE6-4342-B048-85BDC9FD1C3A}</a:tableStyleId>
              </a:tblPr>
              <a:tblGrid>
                <a:gridCol w="4499713"/>
                <a:gridCol w="687240"/>
                <a:gridCol w="4874114"/>
              </a:tblGrid>
              <a:tr h="1383946">
                <a:tc gridSpan="3">
                  <a:txBody>
                    <a:bodyPr/>
                    <a:lstStyle/>
                    <a:p>
                      <a:pPr marL="0" marR="0" indent="0" algn="ctr" defTabSz="4389120" rtl="0" eaLnBrk="1" fontAlgn="auto" latinLnBrk="0" hangingPunct="1">
                        <a:lnSpc>
                          <a:spcPct val="100000"/>
                        </a:lnSpc>
                        <a:spcBef>
                          <a:spcPts val="0"/>
                        </a:spcBef>
                        <a:spcAft>
                          <a:spcPts val="0"/>
                        </a:spcAft>
                        <a:buClrTx/>
                        <a:buSzTx/>
                        <a:buFontTx/>
                        <a:buNone/>
                        <a:defRPr/>
                      </a:pPr>
                      <a:r>
                        <a:rPr lang="en-US" sz="4000" b="0" spc="600" dirty="0">
                          <a:solidFill>
                            <a:srgbClr val="1F3A4E"/>
                          </a:solidFill>
                          <a:latin typeface="Arial Black" panose="020B0A04020102020204" pitchFamily="34" charset="0"/>
                        </a:rPr>
                        <a:t>QUICK START GUIDE</a:t>
                      </a:r>
                      <a:br>
                        <a:rPr lang="en-US" sz="4000" b="0" spc="600" dirty="0">
                          <a:solidFill>
                            <a:srgbClr val="1F3A4E"/>
                          </a:solidFill>
                          <a:latin typeface="Arial Black" panose="020B0A04020102020204" pitchFamily="34" charset="0"/>
                        </a:rPr>
                      </a:br>
                      <a:r>
                        <a:rPr lang="en-US" sz="3200" b="1" spc="0" dirty="0">
                          <a:solidFill>
                            <a:srgbClr val="FF0000"/>
                          </a:solidFill>
                          <a:latin typeface="Trebuchet MS" panose="020B0603020202020204" pitchFamily="34" charset="0"/>
                        </a:rPr>
                        <a:t>(THIS SIDEBAR WILL APPEAR ON THE POSTER)</a:t>
                      </a:r>
                      <a:endParaRPr lang="en-US" sz="4000" b="1" spc="600" dirty="0">
                        <a:solidFill>
                          <a:schemeClr val="bg1"/>
                        </a:solidFill>
                        <a:latin typeface="Trebuchet MS" panose="020B0603020202020204" pitchFamily="34" charset="0"/>
                      </a:endParaRPr>
                    </a:p>
                  </a:txBody>
                  <a:tcPr marL="213360" marR="106680" marT="137160">
                    <a:solidFill>
                      <a:srgbClr val="FFC000"/>
                    </a:solidFill>
                  </a:tcPr>
                </a:tc>
                <a:tc hMerge="1">
                  <a:tcPr/>
                </a:tc>
                <a:tc hMerge="1">
                  <a:tcPr/>
                </a:tc>
              </a:tr>
              <a:tr h="6772525">
                <a:tc>
                  <a:txBody>
                    <a:bodyPr/>
                    <a:lstStyle/>
                    <a:p>
                      <a:endParaRPr lang="en-US" sz="2000" u="none" dirty="0">
                        <a:solidFill>
                          <a:srgbClr val="FFC000"/>
                        </a:solidFill>
                      </a:endParaRPr>
                    </a:p>
                  </a:txBody>
                  <a:tcPr marL="213360" marR="106680" marT="137160">
                    <a:blipFill>
                      <a:blip r:embed="rId6"/>
                      <a:stretch>
                        <a:fillRect/>
                      </a:stretch>
                    </a:blipFill>
                  </a:tcPr>
                </a:tc>
                <a:tc gridSpan="2">
                  <a:txBody>
                    <a:bodyPr/>
                    <a:lstStyle/>
                    <a:p>
                      <a:pPr marL="0" marR="0" lvl="0" indent="0" algn="l" defTabSz="4389120" rtl="0" eaLnBrk="1" fontAlgn="auto" latinLnBrk="0" hangingPunct="1">
                        <a:lnSpc>
                          <a:spcPct val="100000"/>
                        </a:lnSpc>
                        <a:spcBef>
                          <a:spcPts val="0"/>
                        </a:spcBef>
                        <a:spcAft>
                          <a:spcPts val="0"/>
                        </a:spcAft>
                        <a:buClrTx/>
                        <a:buSzTx/>
                        <a:buFontTx/>
                        <a:buNone/>
                        <a:defRPr/>
                      </a:pPr>
                      <a:r>
                        <a:rPr kumimoji="0" lang="en-US" sz="2800" b="1" i="0" u="none" strike="noStrike" kern="1200" cap="none" spc="0" normalizeH="0" baseline="0" noProof="0" dirty="0">
                          <a:ln>
                            <a:noFill/>
                          </a:ln>
                          <a:solidFill>
                            <a:srgbClr val="FFC000"/>
                          </a:solidFill>
                          <a:effectLst/>
                          <a:uLnTx/>
                          <a:uFillTx/>
                          <a:latin typeface="Arial" panose="020B0704020202020204" pitchFamily="34" charset="0"/>
                          <a:ea typeface="+mn-ea"/>
                          <a:cs typeface="Arial" panose="020B0704020202020204" pitchFamily="34" charset="0"/>
                        </a:rPr>
                        <a:t>How to change the column layout configuration</a:t>
                      </a:r>
                      <a:endParaRPr kumimoji="0" lang="en-US" sz="2800" b="1" i="0" u="none" strike="noStrike" kern="1200" cap="none" spc="0" normalizeH="0" baseline="0" noProof="0" dirty="0">
                        <a:ln>
                          <a:noFill/>
                        </a:ln>
                        <a:solidFill>
                          <a:srgbClr val="FFC000"/>
                        </a:solidFill>
                        <a:effectLst/>
                        <a:uLnTx/>
                        <a:uFillTx/>
                        <a:latin typeface="Arial" panose="020B0704020202020204" pitchFamily="34" charset="0"/>
                        <a:ea typeface="+mn-ea"/>
                        <a:cs typeface="Arial" panose="020B0704020202020204" pitchFamily="34" charset="0"/>
                      </a:endParaRPr>
                    </a:p>
                    <a:p>
                      <a:pPr marL="0" marR="0" lvl="0" indent="0" algn="l" defTabSz="4389120" rtl="0" eaLnBrk="1" fontAlgn="auto" latinLnBrk="0" hangingPunct="1">
                        <a:lnSpc>
                          <a:spcPct val="100000"/>
                        </a:lnSpc>
                        <a:spcBef>
                          <a:spcPts val="0"/>
                        </a:spcBef>
                        <a:spcAft>
                          <a:spcPts val="0"/>
                        </a:spcAft>
                        <a:buClrTx/>
                        <a:buSzTx/>
                        <a:buFontTx/>
                        <a:buNone/>
                        <a:defRPr/>
                      </a:pPr>
                      <a:r>
                        <a:rPr kumimoji="0" lang="en-US" sz="2400" b="0" i="0" u="none" strike="noStrike" kern="1200" cap="none" spc="0" normalizeH="0" baseline="0" noProof="0" dirty="0">
                          <a:ln>
                            <a:noFill/>
                          </a:ln>
                          <a:solidFill>
                            <a:srgbClr val="D9D9D9"/>
                          </a:solidFill>
                          <a:effectLst/>
                          <a:uLnTx/>
                          <a:uFillTx/>
                          <a:latin typeface="Arial" panose="020B0704020202020204" pitchFamily="34" charset="0"/>
                          <a:ea typeface="+mn-ea"/>
                          <a:cs typeface="Arial" panose="020B0704020202020204" pitchFamily="34" charset="0"/>
                        </a:rPr>
                        <a:t>Most templates offer several layout configurations, including options for four, three, two, or one column. To change the column configuration of your poster, go to the Home tab and select Layout. A drop-down menu will display all available layout options for the template.</a:t>
                      </a:r>
                      <a:endParaRPr lang="en-US" sz="2000" u="none" dirty="0">
                        <a:solidFill>
                          <a:srgbClr val="FFC000"/>
                        </a:solidFill>
                      </a:endParaRPr>
                    </a:p>
                  </a:txBody>
                  <a:tcPr marL="213360" marR="106680" marT="137160">
                    <a:solidFill>
                      <a:schemeClr val="tx1"/>
                    </a:solidFill>
                  </a:tcPr>
                </a:tc>
                <a:tc hMerge="1">
                  <a:tcPr marL="182880" marT="137160">
                    <a:solidFill>
                      <a:schemeClr val="tx1"/>
                    </a:solidFill>
                  </a:tcPr>
                </a:tc>
              </a:tr>
              <a:tr h="2445634">
                <a:tc>
                  <a:txBody>
                    <a:bodyPr/>
                    <a:lstStyle/>
                    <a:p>
                      <a:pPr marL="0" marR="0" lvl="0" indent="0" algn="l" defTabSz="1518285" rtl="0" eaLnBrk="1" fontAlgn="auto" latinLnBrk="0" hangingPunct="1">
                        <a:lnSpc>
                          <a:spcPct val="100000"/>
                        </a:lnSpc>
                        <a:spcBef>
                          <a:spcPts val="0"/>
                        </a:spcBef>
                        <a:spcAft>
                          <a:spcPts val="0"/>
                        </a:spcAft>
                        <a:buClrTx/>
                        <a:buSzTx/>
                        <a:buFontTx/>
                        <a:buNone/>
                        <a:defRPr/>
                      </a:pPr>
                      <a:endParaRPr lang="en-US" sz="2400" noProof="0" dirty="0">
                        <a:solidFill>
                          <a:srgbClr val="D9D9D9"/>
                        </a:solidFill>
                        <a:latin typeface="Arial" panose="020B0704020202020204" pitchFamily="34" charset="0"/>
                        <a:cs typeface="Arial" panose="020B0704020202020204" pitchFamily="34" charset="0"/>
                      </a:endParaRPr>
                    </a:p>
                    <a:p>
                      <a:pPr marL="0" marR="0" lvl="0" indent="0" algn="l" defTabSz="1518285" rtl="0" eaLnBrk="1" fontAlgn="auto" latinLnBrk="0" hangingPunct="1">
                        <a:lnSpc>
                          <a:spcPct val="100000"/>
                        </a:lnSpc>
                        <a:spcBef>
                          <a:spcPts val="0"/>
                        </a:spcBef>
                        <a:spcAft>
                          <a:spcPts val="0"/>
                        </a:spcAft>
                        <a:buClrTx/>
                        <a:buSzTx/>
                        <a:buFontTx/>
                        <a:buNone/>
                        <a:defRPr/>
                      </a:pPr>
                      <a:endParaRPr lang="en-US" sz="2400" noProof="0" dirty="0">
                        <a:solidFill>
                          <a:srgbClr val="D9D9D9"/>
                        </a:solidFill>
                        <a:latin typeface="Arial" panose="020B0704020202020204" pitchFamily="34" charset="0"/>
                        <a:cs typeface="Arial" panose="020B0704020202020204" pitchFamily="34" charset="0"/>
                      </a:endParaRPr>
                    </a:p>
                    <a:p>
                      <a:pPr marL="0" marR="0" lvl="0" indent="0" algn="l" defTabSz="1518285" rtl="0" eaLnBrk="1" fontAlgn="auto" latinLnBrk="0" hangingPunct="1">
                        <a:lnSpc>
                          <a:spcPct val="100000"/>
                        </a:lnSpc>
                        <a:spcBef>
                          <a:spcPts val="0"/>
                        </a:spcBef>
                        <a:spcAft>
                          <a:spcPts val="0"/>
                        </a:spcAft>
                        <a:buClrTx/>
                        <a:buSzTx/>
                        <a:buFontTx/>
                        <a:buNone/>
                        <a:defRPr/>
                      </a:pPr>
                      <a:endParaRPr lang="en-US" sz="2400" noProof="0" dirty="0">
                        <a:solidFill>
                          <a:srgbClr val="D9D9D9"/>
                        </a:solidFill>
                        <a:latin typeface="Arial" panose="020B0704020202020204" pitchFamily="34" charset="0"/>
                        <a:cs typeface="Arial" panose="020B0704020202020204" pitchFamily="34" charset="0"/>
                      </a:endParaRPr>
                    </a:p>
                    <a:p>
                      <a:pPr marL="0" marR="0" lvl="0" indent="0" algn="l" defTabSz="1518285" rtl="0" eaLnBrk="1" fontAlgn="auto" latinLnBrk="0" hangingPunct="1">
                        <a:lnSpc>
                          <a:spcPct val="100000"/>
                        </a:lnSpc>
                        <a:spcBef>
                          <a:spcPts val="0"/>
                        </a:spcBef>
                        <a:spcAft>
                          <a:spcPts val="0"/>
                        </a:spcAft>
                        <a:buClrTx/>
                        <a:buSzTx/>
                        <a:buFontTx/>
                        <a:buNone/>
                        <a:defRPr/>
                      </a:pPr>
                      <a:endParaRPr lang="en-US" sz="2400" noProof="0" dirty="0">
                        <a:solidFill>
                          <a:srgbClr val="D9D9D9"/>
                        </a:solidFill>
                        <a:latin typeface="Arial" panose="020B0704020202020204" pitchFamily="34" charset="0"/>
                        <a:cs typeface="Arial" panose="020B0704020202020204" pitchFamily="34" charset="0"/>
                      </a:endParaRPr>
                    </a:p>
                    <a:p>
                      <a:pPr marL="0" marR="0" lvl="0" indent="0" algn="l" defTabSz="1518285" rtl="0" eaLnBrk="1" fontAlgn="auto" latinLnBrk="0" hangingPunct="1">
                        <a:lnSpc>
                          <a:spcPct val="100000"/>
                        </a:lnSpc>
                        <a:spcBef>
                          <a:spcPts val="0"/>
                        </a:spcBef>
                        <a:spcAft>
                          <a:spcPts val="0"/>
                        </a:spcAft>
                        <a:buClrTx/>
                        <a:buSzTx/>
                        <a:buFontTx/>
                        <a:buNone/>
                        <a:defRPr/>
                      </a:pPr>
                      <a:r>
                        <a:rPr lang="en-US" sz="2400" noProof="0" dirty="0">
                          <a:solidFill>
                            <a:srgbClr val="D9D9D9"/>
                          </a:solidFill>
                          <a:latin typeface="Arial" panose="020B0704020202020204" pitchFamily="34" charset="0"/>
                          <a:cs typeface="Arial" panose="020B0704020202020204" pitchFamily="34" charset="0"/>
                        </a:rPr>
                        <a:t>1. Click on the View tab, and then click Slide Master</a:t>
                      </a:r>
                      <a:endParaRPr lang="en-US" sz="2400" noProof="0" dirty="0">
                        <a:solidFill>
                          <a:srgbClr val="D9D9D9"/>
                        </a:solidFill>
                        <a:latin typeface="Arial" panose="020B0704020202020204" pitchFamily="34" charset="0"/>
                        <a:cs typeface="Arial" panose="020B0704020202020204" pitchFamily="34" charset="0"/>
                      </a:endParaRPr>
                    </a:p>
                  </a:txBody>
                  <a:tcPr marL="213360" marR="106680" marT="137160">
                    <a:blipFill>
                      <a:blip r:embed="rId7"/>
                      <a:stretch>
                        <a:fillRect/>
                      </a:stretch>
                    </a:blipFill>
                  </a:tcPr>
                </a:tc>
                <a:tc rowSpan="3" gridSpan="2">
                  <a:txBody>
                    <a:bodyPr/>
                    <a:lstStyle/>
                    <a:p>
                      <a:pPr marL="0" marR="0" lvl="0" indent="0" algn="l" defTabSz="1518285" rtl="0" eaLnBrk="1" fontAlgn="auto" latinLnBrk="0" hangingPunct="1">
                        <a:lnSpc>
                          <a:spcPct val="100000"/>
                        </a:lnSpc>
                        <a:spcBef>
                          <a:spcPts val="0"/>
                        </a:spcBef>
                        <a:spcAft>
                          <a:spcPts val="0"/>
                        </a:spcAft>
                        <a:buClrTx/>
                        <a:buSzTx/>
                        <a:buFontTx/>
                        <a:buNone/>
                        <a:defRPr/>
                      </a:pPr>
                      <a:r>
                        <a:rPr lang="en-US" sz="2800" b="1" noProof="0" dirty="0">
                          <a:solidFill>
                            <a:srgbClr val="FFC000"/>
                          </a:solidFill>
                          <a:latin typeface="Arial" panose="020B0704020202020204" pitchFamily="34" charset="0"/>
                          <a:cs typeface="Arial" panose="020B0704020202020204" pitchFamily="34" charset="0"/>
                        </a:rPr>
                        <a:t>How to delete the QUICK START GUIDE bars from the sides of this template</a:t>
                      </a:r>
                      <a:endParaRPr lang="en-US" sz="2800" b="1" noProof="0" dirty="0">
                        <a:solidFill>
                          <a:srgbClr val="FFC000"/>
                        </a:solidFill>
                        <a:latin typeface="Arial" panose="020B0704020202020204" pitchFamily="34" charset="0"/>
                        <a:cs typeface="Arial" panose="020B07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2400" noProof="0" dirty="0">
                          <a:solidFill>
                            <a:srgbClr val="D9D9D9"/>
                          </a:solidFill>
                          <a:latin typeface="Arial" panose="020B0704020202020204" pitchFamily="34" charset="0"/>
                          <a:cs typeface="Arial" panose="020B0704020202020204" pitchFamily="34" charset="0"/>
                        </a:rPr>
                        <a:t>The Quick Start Guides are positioned outside the template's printable area, so they will not appear on the printed poster.</a:t>
                      </a:r>
                      <a:endParaRPr lang="en-US" sz="2400" noProof="0" dirty="0">
                        <a:solidFill>
                          <a:srgbClr val="D9D9D9"/>
                        </a:solidFill>
                        <a:latin typeface="Arial" panose="020B0704020202020204" pitchFamily="34" charset="0"/>
                        <a:cs typeface="Arial" panose="020B07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defRPr/>
                      </a:pPr>
                      <a:endParaRPr lang="en-US" sz="2400" noProof="0" dirty="0">
                        <a:solidFill>
                          <a:srgbClr val="D9D9D9"/>
                        </a:solidFill>
                        <a:latin typeface="Arial" panose="020B0704020202020204" pitchFamily="34" charset="0"/>
                        <a:cs typeface="Arial" panose="020B07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2400" noProof="0" dirty="0">
                          <a:solidFill>
                            <a:srgbClr val="D9D9D9"/>
                          </a:solidFill>
                          <a:latin typeface="Arial" panose="020B0704020202020204" pitchFamily="34" charset="0"/>
                          <a:cs typeface="Arial" panose="020B0704020202020204" pitchFamily="34" charset="0"/>
                        </a:rPr>
                        <a:t>If you save the file as a PDF using the Save As menu, the guides will also be excluded.</a:t>
                      </a:r>
                      <a:endParaRPr lang="en-US" sz="2400" noProof="0" dirty="0">
                        <a:solidFill>
                          <a:srgbClr val="D9D9D9"/>
                        </a:solidFill>
                        <a:latin typeface="Arial" panose="020B0704020202020204" pitchFamily="34" charset="0"/>
                        <a:cs typeface="Arial" panose="020B07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defRPr/>
                      </a:pPr>
                      <a:endParaRPr lang="en-US" sz="2400" noProof="0" dirty="0">
                        <a:solidFill>
                          <a:srgbClr val="D9D9D9"/>
                        </a:solidFill>
                        <a:latin typeface="Arial" panose="020B0704020202020204" pitchFamily="34" charset="0"/>
                        <a:cs typeface="Arial" panose="020B07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2400" noProof="0" dirty="0">
                          <a:solidFill>
                            <a:srgbClr val="D9D9D9"/>
                          </a:solidFill>
                          <a:latin typeface="Arial" panose="020B0704020202020204" pitchFamily="34" charset="0"/>
                          <a:cs typeface="Arial" panose="020B0704020202020204" pitchFamily="34" charset="0"/>
                        </a:rPr>
                        <a:t>Alternatively, you can remove them directly from the Slide Master.</a:t>
                      </a:r>
                      <a:endParaRPr lang="en-US" sz="2400" noProof="0" dirty="0">
                        <a:solidFill>
                          <a:srgbClr val="D9D9D9"/>
                        </a:solidFill>
                        <a:latin typeface="Arial" panose="020B0704020202020204" pitchFamily="34" charset="0"/>
                        <a:cs typeface="Arial" panose="020B0704020202020204" pitchFamily="34" charset="0"/>
                      </a:endParaRPr>
                    </a:p>
                  </a:txBody>
                  <a:tcPr marL="213360" marR="106680" marT="137160">
                    <a:solidFill>
                      <a:srgbClr val="010101"/>
                    </a:solidFill>
                  </a:tcPr>
                </a:tc>
                <a:tc rowSpan="3" hMerge="1">
                  <a:tcPr marL="182880" marT="137160">
                    <a:solidFill>
                      <a:srgbClr val="010101"/>
                    </a:solidFill>
                  </a:tcPr>
                </a:tc>
              </a:tr>
              <a:tr h="1631081">
                <a:tc>
                  <a:txBody>
                    <a:bodyPr/>
                    <a:lstStyle/>
                    <a:p>
                      <a:pPr marL="0" marR="0" lvl="0" indent="0" algn="l" defTabSz="1518285" rtl="0" eaLnBrk="1" fontAlgn="auto" latinLnBrk="0" hangingPunct="1">
                        <a:lnSpc>
                          <a:spcPct val="100000"/>
                        </a:lnSpc>
                        <a:spcBef>
                          <a:spcPts val="0"/>
                        </a:spcBef>
                        <a:spcAft>
                          <a:spcPts val="0"/>
                        </a:spcAft>
                        <a:buClrTx/>
                        <a:buSzTx/>
                        <a:buFontTx/>
                        <a:buNone/>
                        <a:defRPr/>
                      </a:pPr>
                      <a:endParaRPr lang="en-US" sz="2400" noProof="0" dirty="0">
                        <a:solidFill>
                          <a:srgbClr val="D9D9D9"/>
                        </a:solidFill>
                        <a:latin typeface="Arial" panose="020B0704020202020204" pitchFamily="34" charset="0"/>
                        <a:cs typeface="Arial" panose="020B0704020202020204" pitchFamily="34" charset="0"/>
                      </a:endParaRPr>
                    </a:p>
                  </a:txBody>
                  <a:tcPr marL="213360" marR="106680" marT="137160">
                    <a:blipFill>
                      <a:blip r:embed="rId8"/>
                      <a:stretch>
                        <a:fillRect/>
                      </a:stretch>
                    </a:blipFill>
                  </a:tcPr>
                </a:tc>
                <a:tc vMerge="1" gridSpan="2">
                  <a:tcPr marL="182880" marT="137160">
                    <a:blipFill>
                      <a:blip r:embed="rId8"/>
                      <a:stretch>
                        <a:fillRect/>
                      </a:stretch>
                    </a:blipFill>
                  </a:tcPr>
                </a:tc>
                <a:tc vMerge="1" hMerge="1">
                  <a:tcPr/>
                </a:tc>
              </a:tr>
              <a:tr h="2727688">
                <a:tc>
                  <a:txBody>
                    <a:bodyPr/>
                    <a:lstStyle/>
                    <a:p>
                      <a:pPr marL="0" marR="0" lvl="0" indent="0" algn="l" defTabSz="1518285" rtl="0" eaLnBrk="1" fontAlgn="auto" latinLnBrk="0" hangingPunct="1">
                        <a:lnSpc>
                          <a:spcPct val="100000"/>
                        </a:lnSpc>
                        <a:spcBef>
                          <a:spcPts val="0"/>
                        </a:spcBef>
                        <a:spcAft>
                          <a:spcPts val="0"/>
                        </a:spcAft>
                        <a:buClrTx/>
                        <a:buSzTx/>
                        <a:buFontTx/>
                        <a:buNone/>
                        <a:defRPr/>
                      </a:pPr>
                      <a:r>
                        <a:rPr lang="en-US" sz="2400" noProof="0" dirty="0">
                          <a:solidFill>
                            <a:srgbClr val="D9D9D9"/>
                          </a:solidFill>
                          <a:latin typeface="Arial" panose="020B0704020202020204" pitchFamily="34" charset="0"/>
                          <a:cs typeface="Arial" panose="020B0704020202020204" pitchFamily="34" charset="0"/>
                        </a:rPr>
                        <a:t>2. Select the Master you are working on.</a:t>
                      </a:r>
                      <a:endParaRPr lang="en-US" sz="2400" noProof="0" dirty="0">
                        <a:solidFill>
                          <a:srgbClr val="D9D9D9"/>
                        </a:solidFill>
                        <a:latin typeface="Arial" panose="020B0704020202020204" pitchFamily="34" charset="0"/>
                        <a:cs typeface="Arial" panose="020B0704020202020204" pitchFamily="34" charset="0"/>
                      </a:endParaRPr>
                    </a:p>
                    <a:p>
                      <a:pPr marL="0" marR="0" lvl="0" indent="0" algn="l" defTabSz="1518285" rtl="0" eaLnBrk="1" fontAlgn="auto" latinLnBrk="0" hangingPunct="1">
                        <a:lnSpc>
                          <a:spcPct val="100000"/>
                        </a:lnSpc>
                        <a:spcBef>
                          <a:spcPts val="0"/>
                        </a:spcBef>
                        <a:spcAft>
                          <a:spcPts val="0"/>
                        </a:spcAft>
                        <a:buClrTx/>
                        <a:buSzTx/>
                        <a:buFontTx/>
                        <a:buNone/>
                        <a:defRPr/>
                      </a:pPr>
                      <a:r>
                        <a:rPr lang="en-US" sz="2400" noProof="0" dirty="0">
                          <a:solidFill>
                            <a:srgbClr val="D9D9D9"/>
                          </a:solidFill>
                          <a:latin typeface="Arial" panose="020B0704020202020204" pitchFamily="34" charset="0"/>
                          <a:cs typeface="Arial" panose="020B0704020202020204" pitchFamily="34" charset="0"/>
                        </a:rPr>
                        <a:t>3. Click on the border of the Guide box and delete.</a:t>
                      </a:r>
                      <a:br>
                        <a:rPr lang="en-US" sz="2400" noProof="0" dirty="0">
                          <a:solidFill>
                            <a:srgbClr val="D9D9D9"/>
                          </a:solidFill>
                          <a:latin typeface="Arial" panose="020B0704020202020204" pitchFamily="34" charset="0"/>
                          <a:cs typeface="Arial" panose="020B0704020202020204" pitchFamily="34" charset="0"/>
                        </a:rPr>
                      </a:br>
                      <a:r>
                        <a:rPr lang="en-US" sz="2400" noProof="0" dirty="0">
                          <a:solidFill>
                            <a:srgbClr val="D9D9D9"/>
                          </a:solidFill>
                          <a:latin typeface="Arial" panose="020B0704020202020204" pitchFamily="34" charset="0"/>
                          <a:cs typeface="Arial" panose="020B0704020202020204" pitchFamily="34" charset="0"/>
                        </a:rPr>
                        <a:t>4. IMPORTANT: Do not forget to exit the Master when finished.</a:t>
                      </a:r>
                      <a:endParaRPr lang="en-US" sz="2400" noProof="0" dirty="0">
                        <a:solidFill>
                          <a:srgbClr val="D9D9D9"/>
                        </a:solidFill>
                        <a:latin typeface="Arial" panose="020B0704020202020204" pitchFamily="34" charset="0"/>
                        <a:cs typeface="Arial" panose="020B0704020202020204" pitchFamily="34" charset="0"/>
                      </a:endParaRPr>
                    </a:p>
                  </a:txBody>
                  <a:tcPr marL="213360" marR="106680" marT="137160">
                    <a:solidFill>
                      <a:srgbClr val="010101"/>
                    </a:solidFill>
                  </a:tcPr>
                </a:tc>
                <a:tc vMerge="1" gridSpan="2">
                  <a:tcPr marL="182880" marT="137160">
                    <a:solidFill>
                      <a:srgbClr val="010101"/>
                    </a:solidFill>
                  </a:tcPr>
                </a:tc>
                <a:tc vMerge="1" hMerge="1">
                  <a:tcPr marL="182880" marT="137160">
                    <a:solidFill>
                      <a:srgbClr val="010101"/>
                    </a:solidFill>
                  </a:tcPr>
                </a:tc>
              </a:tr>
              <a:tr h="4667376">
                <a:tc>
                  <a:txBody>
                    <a:bodyPr/>
                    <a:lstStyle/>
                    <a:p>
                      <a:r>
                        <a:rPr lang="en-US" sz="2800" b="1" dirty="0">
                          <a:solidFill>
                            <a:srgbClr val="FFC000"/>
                          </a:solidFill>
                          <a:latin typeface="Arial" panose="020B0704020202020204" pitchFamily="34" charset="0"/>
                          <a:cs typeface="Arial" panose="020B0704020202020204" pitchFamily="34" charset="0"/>
                        </a:rPr>
                        <a:t>How to</a:t>
                      </a:r>
                      <a:r>
                        <a:rPr lang="en-US" sz="2800" b="1" baseline="0" dirty="0">
                          <a:solidFill>
                            <a:srgbClr val="FFC000"/>
                          </a:solidFill>
                          <a:latin typeface="Arial" panose="020B0704020202020204" pitchFamily="34" charset="0"/>
                          <a:cs typeface="Arial" panose="020B0704020202020204" pitchFamily="34" charset="0"/>
                        </a:rPr>
                        <a:t> preview your poster prior to printing</a:t>
                      </a:r>
                      <a:endParaRPr lang="en-US" sz="2800" b="1" dirty="0">
                        <a:solidFill>
                          <a:srgbClr val="FFC000"/>
                        </a:solidFill>
                        <a:latin typeface="Arial" panose="020B0704020202020204" pitchFamily="34" charset="0"/>
                        <a:cs typeface="Arial" panose="020B0704020202020204" pitchFamily="34" charset="0"/>
                      </a:endParaRPr>
                    </a:p>
                    <a:p>
                      <a:r>
                        <a:rPr lang="en-US" sz="2400" dirty="0">
                          <a:solidFill>
                            <a:srgbClr val="D9D9D9"/>
                          </a:solidFill>
                          <a:latin typeface="Arial" panose="020B0704020202020204" pitchFamily="34" charset="0"/>
                          <a:cs typeface="Arial" panose="020B0704020202020204" pitchFamily="34" charset="0"/>
                        </a:rPr>
                        <a:t>You can preview your poster at any time by pressing the </a:t>
                      </a:r>
                      <a:r>
                        <a:rPr lang="en-US" sz="2400" b="1" dirty="0">
                          <a:solidFill>
                            <a:srgbClr val="FFC000"/>
                          </a:solidFill>
                          <a:latin typeface="Arial" panose="020B0704020202020204" pitchFamily="34" charset="0"/>
                          <a:cs typeface="Arial" panose="020B0704020202020204" pitchFamily="34" charset="0"/>
                        </a:rPr>
                        <a:t>F5 key </a:t>
                      </a:r>
                      <a:r>
                        <a:rPr lang="en-US" sz="2400" dirty="0">
                          <a:solidFill>
                            <a:srgbClr val="D9D9D9"/>
                          </a:solidFill>
                          <a:latin typeface="Arial" panose="020B0704020202020204" pitchFamily="34" charset="0"/>
                          <a:cs typeface="Arial" panose="020B0704020202020204" pitchFamily="34" charset="0"/>
                        </a:rPr>
                        <a:t>on your keyboard (Windows) or by clicking on the SLIDESHOW tab. This will display your poster on the screen, showing how it will appear when printed. To exit the preview, press the </a:t>
                      </a:r>
                      <a:r>
                        <a:rPr lang="en-US" sz="2400" b="1" dirty="0">
                          <a:solidFill>
                            <a:srgbClr val="FFC000"/>
                          </a:solidFill>
                          <a:latin typeface="Arial" panose="020B0704020202020204" pitchFamily="34" charset="0"/>
                          <a:cs typeface="Arial" panose="020B0704020202020204" pitchFamily="34" charset="0"/>
                        </a:rPr>
                        <a:t>ESC</a:t>
                      </a:r>
                      <a:r>
                        <a:rPr lang="en-US" sz="2400" dirty="0">
                          <a:solidFill>
                            <a:srgbClr val="D9D9D9"/>
                          </a:solidFill>
                          <a:latin typeface="Arial" panose="020B0704020202020204" pitchFamily="34" charset="0"/>
                          <a:cs typeface="Arial" panose="020B0704020202020204" pitchFamily="34" charset="0"/>
                        </a:rPr>
                        <a:t> key.</a:t>
                      </a:r>
                      <a:endParaRPr lang="en-US" sz="2400" dirty="0">
                        <a:solidFill>
                          <a:srgbClr val="D9D9D9"/>
                        </a:solidFill>
                        <a:latin typeface="Arial" panose="020B0704020202020204" pitchFamily="34" charset="0"/>
                        <a:cs typeface="Arial" panose="020B0704020202020204" pitchFamily="34" charset="0"/>
                      </a:endParaRPr>
                    </a:p>
                  </a:txBody>
                  <a:tcPr marL="213360" marR="106680" marT="137160">
                    <a:solidFill>
                      <a:srgbClr val="010101"/>
                    </a:solidFill>
                  </a:tcPr>
                </a:tc>
                <a:tc gridSpan="2">
                  <a:txBody>
                    <a:bodyPr/>
                    <a:lstStyle/>
                    <a:p>
                      <a:pPr algn="ctr"/>
                      <a:r>
                        <a:rPr lang="en-US" sz="11500" b="1" dirty="0">
                          <a:solidFill>
                            <a:srgbClr val="D9D9D9"/>
                          </a:solidFill>
                          <a:latin typeface="Arial" panose="020B0704020202020204" pitchFamily="34" charset="0"/>
                          <a:cs typeface="Arial" panose="020B0704020202020204" pitchFamily="34" charset="0"/>
                        </a:rPr>
                        <a:t>F5</a:t>
                      </a:r>
                      <a:br>
                        <a:rPr lang="en-US" sz="11500" b="1" dirty="0">
                          <a:solidFill>
                            <a:srgbClr val="D9D9D9"/>
                          </a:solidFill>
                          <a:latin typeface="Arial" panose="020B0704020202020204" pitchFamily="34" charset="0"/>
                          <a:cs typeface="Arial" panose="020B0704020202020204" pitchFamily="34" charset="0"/>
                        </a:rPr>
                      </a:br>
                      <a:r>
                        <a:rPr lang="en-US" sz="2800" b="1" dirty="0">
                          <a:solidFill>
                            <a:srgbClr val="D9D9D9"/>
                          </a:solidFill>
                          <a:latin typeface="Arial" panose="020B0704020202020204" pitchFamily="34" charset="0"/>
                          <a:cs typeface="Arial" panose="020B0704020202020204" pitchFamily="34" charset="0"/>
                        </a:rPr>
                        <a:t>(Windows)</a:t>
                      </a:r>
                      <a:br>
                        <a:rPr lang="en-US" sz="2800" b="1" dirty="0">
                          <a:solidFill>
                            <a:srgbClr val="D9D9D9"/>
                          </a:solidFill>
                          <a:latin typeface="Arial" panose="020B0704020202020204" pitchFamily="34" charset="0"/>
                          <a:cs typeface="Arial" panose="020B0704020202020204" pitchFamily="34" charset="0"/>
                        </a:rPr>
                      </a:br>
                      <a:r>
                        <a:rPr lang="en-US" sz="2800" b="1" dirty="0">
                          <a:solidFill>
                            <a:srgbClr val="D9D9D9"/>
                          </a:solidFill>
                          <a:latin typeface="Arial" panose="020B0704020202020204" pitchFamily="34" charset="0"/>
                          <a:cs typeface="Arial" panose="020B0704020202020204" pitchFamily="34" charset="0"/>
                        </a:rPr>
                        <a:t>Or click on the SLIDESHOW tab (Mac and Windows)</a:t>
                      </a:r>
                      <a:endParaRPr lang="en-US" sz="2400" dirty="0">
                        <a:solidFill>
                          <a:srgbClr val="D9D9D9"/>
                        </a:solidFill>
                        <a:latin typeface="Arial" panose="020B0704020202020204" pitchFamily="34" charset="0"/>
                        <a:cs typeface="Arial" panose="020B0704020202020204" pitchFamily="34" charset="0"/>
                      </a:endParaRPr>
                    </a:p>
                  </a:txBody>
                  <a:tcPr marL="213360" marR="106680" marT="137160" anchor="ctr">
                    <a:solidFill>
                      <a:schemeClr val="tx1">
                        <a:lumMod val="95000"/>
                        <a:lumOff val="5000"/>
                      </a:schemeClr>
                    </a:solidFill>
                  </a:tcPr>
                </a:tc>
                <a:tc hMerge="1">
                  <a:tcPr marL="182880" marT="137160" anchor="ctr">
                    <a:solidFill>
                      <a:schemeClr val="tx1">
                        <a:lumMod val="95000"/>
                        <a:lumOff val="5000"/>
                      </a:schemeClr>
                    </a:solidFill>
                  </a:tcPr>
                </a:tc>
              </a:tr>
              <a:tr h="4765850">
                <a:tc gridSpan="3">
                  <a:txBody>
                    <a:bodyPr/>
                    <a:lstStyle/>
                    <a:p>
                      <a:pPr marL="0" marR="0" lvl="0" indent="0" algn="l" defTabSz="1518285" rtl="0" eaLnBrk="1" fontAlgn="auto" latinLnBrk="0" hangingPunct="1">
                        <a:lnSpc>
                          <a:spcPct val="100000"/>
                        </a:lnSpc>
                        <a:spcBef>
                          <a:spcPts val="0"/>
                        </a:spcBef>
                        <a:spcAft>
                          <a:spcPts val="0"/>
                        </a:spcAft>
                        <a:buClrTx/>
                        <a:buSzTx/>
                        <a:buFontTx/>
                        <a:buNone/>
                        <a:defRPr/>
                      </a:pPr>
                      <a:r>
                        <a:rPr lang="en-US" sz="2800" b="1" noProof="0" dirty="0">
                          <a:solidFill>
                            <a:srgbClr val="FFC000"/>
                          </a:solidFill>
                          <a:latin typeface="Arial" panose="020B0704020202020204"/>
                          <a:cs typeface="Arial" panose="020B0704020202020204"/>
                        </a:rPr>
                        <a:t>Printing your poster</a:t>
                      </a:r>
                      <a:endParaRPr lang="en-US" sz="2800" b="1" noProof="0" dirty="0">
                        <a:solidFill>
                          <a:srgbClr val="FFC000"/>
                        </a:solidFill>
                        <a:latin typeface="Arial" panose="020B0704020202020204"/>
                        <a:cs typeface="Arial" panose="020B0704020202020204"/>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2400" noProof="0" dirty="0">
                          <a:solidFill>
                            <a:srgbClr val="D9D9D9"/>
                          </a:solidFill>
                          <a:latin typeface="Arial" panose="020B0704020202020204"/>
                          <a:cs typeface="Arial" panose="020B0704020202020204"/>
                        </a:rPr>
                        <a:t>To print your poster, visit </a:t>
                      </a:r>
                      <a:r>
                        <a:rPr lang="en-US" sz="2400" noProof="0" dirty="0" err="1">
                          <a:solidFill>
                            <a:srgbClr val="FFC000"/>
                          </a:solidFill>
                          <a:latin typeface="Arial" panose="020B0704020202020204"/>
                          <a:cs typeface="Arial" panose="020B0704020202020204"/>
                        </a:rPr>
                        <a:t>PosterPresentations.com</a:t>
                      </a:r>
                      <a:r>
                        <a:rPr lang="en-US" sz="2400" noProof="0" dirty="0">
                          <a:solidFill>
                            <a:srgbClr val="FFC000"/>
                          </a:solidFill>
                          <a:latin typeface="Arial" panose="020B0704020202020204"/>
                          <a:cs typeface="Arial" panose="020B0704020202020204"/>
                        </a:rPr>
                        <a:t> </a:t>
                      </a:r>
                      <a:r>
                        <a:rPr lang="en-US" sz="2400" noProof="0" dirty="0">
                          <a:solidFill>
                            <a:srgbClr val="D9D9D9"/>
                          </a:solidFill>
                          <a:latin typeface="Arial" panose="020B0704020202020204"/>
                          <a:cs typeface="Arial" panose="020B0704020202020204"/>
                        </a:rPr>
                        <a:t>and click the "</a:t>
                      </a:r>
                      <a:r>
                        <a:rPr lang="en-US" sz="2400" noProof="0" dirty="0">
                          <a:solidFill>
                            <a:srgbClr val="FFC000"/>
                          </a:solidFill>
                          <a:latin typeface="Arial" panose="020B0704020202020204"/>
                          <a:cs typeface="Arial" panose="020B0704020202020204"/>
                        </a:rPr>
                        <a:t>PRINT</a:t>
                      </a:r>
                      <a:r>
                        <a:rPr lang="en-US" sz="2400" noProof="0" dirty="0">
                          <a:solidFill>
                            <a:srgbClr val="D9D9D9"/>
                          </a:solidFill>
                          <a:latin typeface="Arial" panose="020B0704020202020204"/>
                          <a:cs typeface="Arial" panose="020B0704020202020204"/>
                        </a:rPr>
                        <a:t>" button, or choose from the available poster types. Options include professional paper, fabric for convenient travel, trifold, and other printing materials.</a:t>
                      </a:r>
                      <a:endParaRPr lang="en-US" sz="2400" noProof="0" dirty="0">
                        <a:solidFill>
                          <a:srgbClr val="D9D9D9"/>
                        </a:solidFill>
                        <a:latin typeface="Arial" panose="020B0704020202020204"/>
                        <a:cs typeface="Arial" panose="020B0704020202020204"/>
                      </a:endParaRPr>
                    </a:p>
                    <a:p>
                      <a:pPr marL="0" marR="0" lvl="0" indent="0" algn="l" defTabSz="114300" rtl="0" eaLnBrk="1" fontAlgn="auto" latinLnBrk="0" hangingPunct="1">
                        <a:lnSpc>
                          <a:spcPct val="100000"/>
                        </a:lnSpc>
                        <a:spcBef>
                          <a:spcPts val="0"/>
                        </a:spcBef>
                        <a:spcAft>
                          <a:spcPts val="0"/>
                        </a:spcAft>
                        <a:buClrTx/>
                        <a:buSzTx/>
                        <a:buFontTx/>
                        <a:buNone/>
                        <a:defRPr/>
                      </a:pPr>
                      <a:endParaRPr lang="en-US" sz="2400" noProof="0" dirty="0">
                        <a:solidFill>
                          <a:srgbClr val="D9D9D9"/>
                        </a:solidFill>
                        <a:latin typeface="Arial" panose="020B0704020202020204"/>
                        <a:cs typeface="Arial" panose="020B0704020202020204"/>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2400" noProof="0" dirty="0">
                          <a:solidFill>
                            <a:srgbClr val="D9D9D9"/>
                          </a:solidFill>
                          <a:latin typeface="Arial" panose="020B0704020202020204"/>
                          <a:cs typeface="Arial" panose="020B0704020202020204"/>
                        </a:rPr>
                        <a:t>Orders placed and paid for by noon (Pacific Time) from Monday to Friday are typically processed the same day. Shipping options include Next Business Day, Second Business Day, Third Business Day, or Free Ground Delivery.</a:t>
                      </a:r>
                      <a:br>
                        <a:rPr lang="en-US" sz="2400" noProof="0" dirty="0">
                          <a:solidFill>
                            <a:srgbClr val="D9D9D9"/>
                          </a:solidFill>
                          <a:latin typeface="Arial" panose="020B0704020202020204"/>
                          <a:cs typeface="Arial" panose="020B0704020202020204"/>
                        </a:rPr>
                      </a:br>
                      <a:br>
                        <a:rPr lang="en-US" sz="2400" noProof="0" dirty="0">
                          <a:solidFill>
                            <a:srgbClr val="D9D9D9"/>
                          </a:solidFill>
                          <a:latin typeface="Arial" panose="020B0704020202020204"/>
                          <a:cs typeface="Arial" panose="020B0704020202020204"/>
                        </a:rPr>
                      </a:br>
                      <a:r>
                        <a:rPr lang="en-US" sz="2400" noProof="0" dirty="0">
                          <a:solidFill>
                            <a:srgbClr val="D9D9D9"/>
                          </a:solidFill>
                          <a:latin typeface="Arial" panose="020B0704020202020204"/>
                          <a:cs typeface="Arial" panose="020B0704020202020204"/>
                        </a:rPr>
                        <a:t>Go to </a:t>
                      </a:r>
                      <a:r>
                        <a:rPr lang="en-US" sz="2400" noProof="0" dirty="0" err="1">
                          <a:solidFill>
                            <a:srgbClr val="FFC000"/>
                          </a:solidFill>
                          <a:latin typeface="Arial" panose="020B0704020202020204"/>
                          <a:cs typeface="Arial" panose="020B0704020202020204"/>
                        </a:rPr>
                        <a:t>PosterPresentations.com</a:t>
                      </a:r>
                      <a:r>
                        <a:rPr lang="en-US" sz="2400" noProof="0" dirty="0">
                          <a:solidFill>
                            <a:srgbClr val="D9D9D9"/>
                          </a:solidFill>
                          <a:latin typeface="Arial" panose="020B0704020202020204"/>
                          <a:cs typeface="Arial" panose="020B0704020202020204"/>
                        </a:rPr>
                        <a:t> for more information.</a:t>
                      </a:r>
                      <a:endParaRPr lang="en-US" sz="2400" noProof="0" dirty="0">
                        <a:solidFill>
                          <a:srgbClr val="D9D9D9"/>
                        </a:solidFill>
                        <a:latin typeface="Arial" panose="020B0704020202020204"/>
                        <a:cs typeface="Arial" panose="020B0704020202020204"/>
                      </a:endParaRPr>
                    </a:p>
                  </a:txBody>
                  <a:tcPr marL="213360" marR="106680" marT="137160">
                    <a:solidFill>
                      <a:srgbClr val="010101"/>
                    </a:solidFill>
                  </a:tcPr>
                </a:tc>
                <a:tc hMerge="1">
                  <a:tcPr/>
                </a:tc>
                <a:tc hMerge="1">
                  <a:tcPr/>
                </a:tc>
              </a:tr>
              <a:tr h="4243070">
                <a:tc gridSpan="3">
                  <a:txBody>
                    <a:bodyPr/>
                    <a:lstStyle/>
                    <a:p>
                      <a:pPr marL="0" marR="0" lvl="0" indent="0" algn="l" defTabSz="1518285" rtl="0" eaLnBrk="1" fontAlgn="auto" latinLnBrk="0" hangingPunct="1">
                        <a:lnSpc>
                          <a:spcPct val="100000"/>
                        </a:lnSpc>
                        <a:spcBef>
                          <a:spcPts val="0"/>
                        </a:spcBef>
                        <a:spcAft>
                          <a:spcPts val="0"/>
                        </a:spcAft>
                        <a:buClrTx/>
                        <a:buSzTx/>
                        <a:buFontTx/>
                        <a:buNone/>
                        <a:defRPr/>
                      </a:pPr>
                      <a:r>
                        <a:rPr lang="en-US" sz="2800" b="1" noProof="0" dirty="0">
                          <a:solidFill>
                            <a:srgbClr val="FFC000"/>
                          </a:solidFill>
                          <a:latin typeface="Arial" panose="020B0704020202020204"/>
                          <a:cs typeface="Arial" panose="020B0704020202020204"/>
                        </a:rPr>
                        <a:t>Group printing discounts</a:t>
                      </a:r>
                      <a:endParaRPr lang="en-US" sz="2800" b="1" noProof="0" dirty="0">
                        <a:solidFill>
                          <a:srgbClr val="FFC000"/>
                        </a:solidFill>
                        <a:latin typeface="Arial" panose="020B0704020202020204"/>
                        <a:cs typeface="Arial" panose="020B0704020202020204"/>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2400" noProof="0" dirty="0">
                          <a:solidFill>
                            <a:srgbClr val="D9D9D9"/>
                          </a:solidFill>
                          <a:latin typeface="Arial" panose="020B0704020202020204"/>
                          <a:cs typeface="Arial" panose="020B0704020202020204"/>
                        </a:rPr>
                        <a:t>We provide event coordinators and conference organizers with a seamless solution for attendees’ poster printing needs. Our service offers discounted, high-quality prints with quick turnaround times and flexible options, ensuring we cater to a wide range of requirements.</a:t>
                      </a:r>
                      <a:endParaRPr lang="en-US" sz="2400" noProof="0" dirty="0">
                        <a:solidFill>
                          <a:srgbClr val="D9D9D9"/>
                        </a:solidFill>
                        <a:latin typeface="Arial" panose="020B0704020202020204"/>
                        <a:cs typeface="Arial" panose="020B0704020202020204"/>
                      </a:endParaRPr>
                    </a:p>
                    <a:p>
                      <a:pPr marL="0" marR="0" lvl="0" indent="0" algn="l" defTabSz="114300" rtl="0" eaLnBrk="1" fontAlgn="auto" latinLnBrk="0" hangingPunct="1">
                        <a:lnSpc>
                          <a:spcPct val="100000"/>
                        </a:lnSpc>
                        <a:spcBef>
                          <a:spcPts val="0"/>
                        </a:spcBef>
                        <a:spcAft>
                          <a:spcPts val="0"/>
                        </a:spcAft>
                        <a:buClrTx/>
                        <a:buSzTx/>
                        <a:buFontTx/>
                        <a:buNone/>
                        <a:defRPr/>
                      </a:pPr>
                      <a:endParaRPr lang="en-US" sz="2400" noProof="0" dirty="0">
                        <a:solidFill>
                          <a:srgbClr val="D9D9D9"/>
                        </a:solidFill>
                        <a:latin typeface="Arial" panose="020B0704020202020204"/>
                        <a:cs typeface="Arial" panose="020B0704020202020204"/>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2400" noProof="0" dirty="0">
                          <a:solidFill>
                            <a:srgbClr val="D9D9D9"/>
                          </a:solidFill>
                          <a:latin typeface="Arial" panose="020B0704020202020204"/>
                          <a:cs typeface="Arial" panose="020B0704020202020204"/>
                        </a:rPr>
                        <a:t>For more information, visit this page:</a:t>
                      </a:r>
                      <a:endParaRPr lang="en-US" sz="2400" noProof="0" dirty="0">
                        <a:solidFill>
                          <a:srgbClr val="D9D9D9"/>
                        </a:solidFill>
                        <a:latin typeface="Arial" panose="020B0704020202020204"/>
                        <a:cs typeface="Arial" panose="020B0704020202020204"/>
                      </a:endParaRPr>
                    </a:p>
                    <a:p>
                      <a:pPr marL="0" marR="0" lvl="0" indent="0" algn="l" defTabSz="114300" rtl="0" eaLnBrk="1" fontAlgn="auto" latinLnBrk="0" hangingPunct="1">
                        <a:lnSpc>
                          <a:spcPct val="100000"/>
                        </a:lnSpc>
                        <a:spcBef>
                          <a:spcPts val="0"/>
                        </a:spcBef>
                        <a:spcAft>
                          <a:spcPts val="0"/>
                        </a:spcAft>
                        <a:buClrTx/>
                        <a:buSzTx/>
                        <a:buFontTx/>
                        <a:buNone/>
                        <a:defRPr/>
                      </a:pPr>
                      <a:endParaRPr lang="en-US" sz="2400" noProof="0" dirty="0">
                        <a:solidFill>
                          <a:srgbClr val="D9D9D9"/>
                        </a:solidFill>
                        <a:latin typeface="Arial" panose="020B0704020202020204"/>
                        <a:cs typeface="Arial" panose="020B0704020202020204"/>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2400" noProof="0" dirty="0">
                          <a:solidFill>
                            <a:srgbClr val="FFC000"/>
                          </a:solidFill>
                          <a:latin typeface="Arial" panose="020B0704020202020204"/>
                          <a:cs typeface="Arial" panose="020B0704020202020204"/>
                        </a:rPr>
                        <a:t>https://</a:t>
                      </a:r>
                      <a:r>
                        <a:rPr lang="en-US" sz="2400" noProof="0" dirty="0" err="1">
                          <a:solidFill>
                            <a:srgbClr val="FFC000"/>
                          </a:solidFill>
                          <a:latin typeface="Arial" panose="020B0704020202020204"/>
                          <a:cs typeface="Arial" panose="020B0704020202020204"/>
                        </a:rPr>
                        <a:t>www.posterpresentations.com</a:t>
                      </a:r>
                      <a:r>
                        <a:rPr lang="en-US" sz="2400" noProof="0" dirty="0">
                          <a:solidFill>
                            <a:srgbClr val="FFC000"/>
                          </a:solidFill>
                          <a:latin typeface="Arial" panose="020B0704020202020204"/>
                          <a:cs typeface="Arial" panose="020B0704020202020204"/>
                        </a:rPr>
                        <a:t>/poster-presentation-services-for-conferences-and-</a:t>
                      </a:r>
                      <a:r>
                        <a:rPr lang="en-US" sz="2400" noProof="0" dirty="0" err="1">
                          <a:solidFill>
                            <a:srgbClr val="FFC000"/>
                          </a:solidFill>
                          <a:latin typeface="Arial" panose="020B0704020202020204"/>
                          <a:cs typeface="Arial" panose="020B0704020202020204"/>
                        </a:rPr>
                        <a:t>events.html</a:t>
                      </a:r>
                      <a:endParaRPr lang="en-US" sz="2400" noProof="0" dirty="0">
                        <a:solidFill>
                          <a:srgbClr val="FFC000"/>
                        </a:solidFill>
                        <a:latin typeface="Arial" panose="020B0704020202020204"/>
                        <a:cs typeface="Arial" panose="020B0704020202020204"/>
                      </a:endParaRPr>
                    </a:p>
                    <a:p>
                      <a:pPr marL="0" marR="0" lvl="0" indent="0" algn="l" defTabSz="114300" rtl="0" eaLnBrk="1" fontAlgn="auto" latinLnBrk="0" hangingPunct="1">
                        <a:lnSpc>
                          <a:spcPct val="100000"/>
                        </a:lnSpc>
                        <a:spcBef>
                          <a:spcPts val="0"/>
                        </a:spcBef>
                        <a:spcAft>
                          <a:spcPts val="0"/>
                        </a:spcAft>
                        <a:buClrTx/>
                        <a:buSzTx/>
                        <a:buFontTx/>
                        <a:buNone/>
                        <a:defRPr/>
                      </a:pPr>
                      <a:endParaRPr lang="en-US" sz="2400" noProof="0" dirty="0">
                        <a:solidFill>
                          <a:srgbClr val="FFC000"/>
                        </a:solidFill>
                        <a:latin typeface="Arial" panose="020B0704020202020204"/>
                        <a:cs typeface="Arial" panose="020B0704020202020204"/>
                      </a:endParaRPr>
                    </a:p>
                  </a:txBody>
                  <a:tcPr marL="213360" marR="106680" marT="137160">
                    <a:solidFill>
                      <a:srgbClr val="010101"/>
                    </a:solidFill>
                  </a:tcPr>
                </a:tc>
                <a:tc hMerge="1">
                  <a:tcPr/>
                </a:tc>
                <a:tc hMerge="1">
                  <a:tcPr/>
                </a:tc>
              </a:tr>
              <a:tr h="1620960">
                <a:tc gridSpan="3">
                  <a:txBody>
                    <a:bodyPr/>
                    <a:lstStyle/>
                    <a:p>
                      <a:endParaRPr lang="en-US" sz="2400" dirty="0">
                        <a:solidFill>
                          <a:srgbClr val="1F3A4E"/>
                        </a:solidFill>
                      </a:endParaRPr>
                    </a:p>
                  </a:txBody>
                  <a:tcPr marL="213360" marR="106680" marT="137160">
                    <a:blipFill dpi="0" rotWithShape="1">
                      <a:blip r:embed="rId9"/>
                      <a:srcRect/>
                      <a:stretch>
                        <a:fillRect/>
                      </a:stretch>
                    </a:blipFill>
                  </a:tcPr>
                </a:tc>
                <a:tc hMerge="1">
                  <a:tcPr/>
                </a:tc>
                <a:tc hMerge="1">
                  <a:tcPr/>
                </a:tc>
              </a:tr>
              <a:tr h="2530996">
                <a:tc gridSpan="2">
                  <a:txBody>
                    <a:bodyPr/>
                    <a:lstStyle/>
                    <a:p>
                      <a:pPr>
                        <a:lnSpc>
                          <a:spcPts val="2600"/>
                        </a:lnSpc>
                      </a:pPr>
                      <a:r>
                        <a:rPr lang="en-US" sz="2000" dirty="0">
                          <a:solidFill>
                            <a:schemeClr val="bg1">
                              <a:lumMod val="85000"/>
                            </a:schemeClr>
                          </a:solidFill>
                          <a:latin typeface="Arial" panose="020B0704020202020204"/>
                          <a:cs typeface="Arial" panose="020B0704020202020204"/>
                        </a:rPr>
                        <a:t>© 2025</a:t>
                      </a:r>
                      <a:r>
                        <a:rPr lang="en-US" sz="2000" baseline="0" dirty="0">
                          <a:solidFill>
                            <a:schemeClr val="bg1">
                              <a:lumMod val="85000"/>
                            </a:schemeClr>
                          </a:solidFill>
                          <a:latin typeface="Arial" panose="020B0704020202020204"/>
                          <a:cs typeface="Arial" panose="020B0704020202020204"/>
                        </a:rPr>
                        <a:t> </a:t>
                      </a:r>
                      <a:r>
                        <a:rPr lang="en-US" sz="2000" dirty="0" err="1">
                          <a:solidFill>
                            <a:schemeClr val="bg1">
                              <a:lumMod val="85000"/>
                            </a:schemeClr>
                          </a:solidFill>
                          <a:latin typeface="Arial" panose="020B0704020202020204"/>
                          <a:cs typeface="Arial" panose="020B0704020202020204"/>
                        </a:rPr>
                        <a:t>PosterPresentations.com</a:t>
                      </a:r>
                      <a:br>
                        <a:rPr lang="en-US" sz="2000" dirty="0">
                          <a:solidFill>
                            <a:schemeClr val="bg1">
                              <a:lumMod val="85000"/>
                            </a:schemeClr>
                          </a:solidFill>
                          <a:latin typeface="Arial" panose="020B0704020202020204"/>
                          <a:cs typeface="Arial" panose="020B0704020202020204"/>
                        </a:rPr>
                      </a:br>
                      <a:r>
                        <a:rPr lang="en-US" sz="2000" dirty="0">
                          <a:solidFill>
                            <a:schemeClr val="bg1">
                              <a:lumMod val="85000"/>
                            </a:schemeClr>
                          </a:solidFill>
                          <a:latin typeface="Arial" panose="020B0704020202020204"/>
                          <a:cs typeface="Arial" panose="020B0704020202020204"/>
                        </a:rPr>
                        <a:t>2117 Fourth Street ,</a:t>
                      </a:r>
                      <a:r>
                        <a:rPr lang="en-US" sz="2000" baseline="0" dirty="0">
                          <a:solidFill>
                            <a:schemeClr val="bg1">
                              <a:lumMod val="85000"/>
                            </a:schemeClr>
                          </a:solidFill>
                          <a:latin typeface="Arial" panose="020B0704020202020204"/>
                          <a:cs typeface="Arial" panose="020B0704020202020204"/>
                        </a:rPr>
                        <a:t> STE C        </a:t>
                      </a:r>
                      <a:endParaRPr lang="en-US" sz="2000" baseline="0" dirty="0">
                        <a:solidFill>
                          <a:schemeClr val="bg1">
                            <a:lumMod val="85000"/>
                          </a:schemeClr>
                        </a:solidFill>
                        <a:latin typeface="Arial" panose="020B0704020202020204"/>
                        <a:cs typeface="Arial" panose="020B0704020202020204"/>
                      </a:endParaRPr>
                    </a:p>
                    <a:p>
                      <a:pPr>
                        <a:lnSpc>
                          <a:spcPts val="2600"/>
                        </a:lnSpc>
                      </a:pPr>
                      <a:r>
                        <a:rPr lang="en-US" sz="2000" baseline="0" dirty="0">
                          <a:solidFill>
                            <a:schemeClr val="bg1">
                              <a:lumMod val="85000"/>
                            </a:schemeClr>
                          </a:solidFill>
                          <a:latin typeface="Arial" panose="020B0704020202020204"/>
                          <a:cs typeface="Arial" panose="020B0704020202020204"/>
                        </a:rPr>
                        <a:t>Berkeley CA 94710 USA</a:t>
                      </a:r>
                      <a:endParaRPr lang="en-US" sz="2000" dirty="0">
                        <a:solidFill>
                          <a:schemeClr val="bg1">
                            <a:lumMod val="85000"/>
                          </a:schemeClr>
                        </a:solidFill>
                        <a:latin typeface="Arial" panose="020B0704020202020204"/>
                        <a:cs typeface="Arial" panose="020B0704020202020204"/>
                      </a:endParaRPr>
                    </a:p>
                  </a:txBody>
                  <a:tcPr marL="213360" marR="106680" marT="137160">
                    <a:solidFill>
                      <a:srgbClr val="010101"/>
                    </a:solidFill>
                  </a:tcPr>
                </a:tc>
                <a:tc hMerge="1">
                  <a:tcPr marL="182880" marT="137160">
                    <a:solidFill>
                      <a:srgbClr val="010101"/>
                    </a:solidFill>
                  </a:tcPr>
                </a:tc>
                <a:tc>
                  <a:txBody>
                    <a:bodyPr/>
                    <a:lstStyle/>
                    <a:p>
                      <a:r>
                        <a:rPr lang="en-US" sz="1800" dirty="0">
                          <a:solidFill>
                            <a:schemeClr val="bg1"/>
                          </a:solidFill>
                          <a:latin typeface="Arial" panose="020B0704020202020204"/>
                          <a:cs typeface="Arial" panose="020B0704020202020204"/>
                        </a:rPr>
                        <a:t>For additional help, visit our online tutorials at </a:t>
                      </a:r>
                      <a:r>
                        <a:rPr lang="en-US" sz="1400" dirty="0">
                          <a:solidFill>
                            <a:schemeClr val="bg1"/>
                          </a:solidFill>
                          <a:latin typeface="Arial" panose="020B0704020202020204"/>
                          <a:cs typeface="Arial" panose="020B0704020202020204"/>
                        </a:rPr>
                        <a:t>https://</a:t>
                      </a:r>
                      <a:r>
                        <a:rPr lang="en-US" sz="1400" dirty="0" err="1">
                          <a:solidFill>
                            <a:schemeClr val="bg1"/>
                          </a:solidFill>
                          <a:latin typeface="Arial" panose="020B0704020202020204"/>
                          <a:cs typeface="Arial" panose="020B0704020202020204"/>
                        </a:rPr>
                        <a:t>www.posterpresentations.com</a:t>
                      </a:r>
                      <a:r>
                        <a:rPr lang="en-US" sz="1400" dirty="0">
                          <a:solidFill>
                            <a:schemeClr val="bg1"/>
                          </a:solidFill>
                          <a:latin typeface="Arial" panose="020B0704020202020204"/>
                          <a:cs typeface="Arial" panose="020B0704020202020204"/>
                        </a:rPr>
                        <a:t>/</a:t>
                      </a:r>
                      <a:r>
                        <a:rPr lang="en-US" sz="1400" dirty="0" err="1">
                          <a:solidFill>
                            <a:schemeClr val="bg1"/>
                          </a:solidFill>
                          <a:latin typeface="Arial" panose="020B0704020202020204"/>
                          <a:cs typeface="Arial" panose="020B0704020202020204"/>
                        </a:rPr>
                        <a:t>helpdesk.html</a:t>
                      </a:r>
                      <a:endParaRPr lang="en-US" dirty="0"/>
                    </a:p>
                  </a:txBody>
                  <a:tcPr marL="213360" marR="106680" marT="137160">
                    <a:solidFill>
                      <a:srgbClr val="010101"/>
                    </a:solidFill>
                  </a:tcPr>
                </a:tc>
              </a:tr>
            </a:tbl>
          </a:graphicData>
        </a:graphic>
      </p:graphicFrame>
    </p:spTree>
  </p:cSld>
  <p:clrMap bg1="lt1" tx1="dk1" bg2="lt2" tx2="dk2" accent1="accent1" accent2="accent2" accent3="accent3" accent4="accent4" accent5="accent5" accent6="accent6" hlink="hlink" folHlink="folHlink"/>
  <p:sldLayoutIdLst>
    <p:sldLayoutId id="2147483655" r:id="rId1"/>
  </p:sldLayoutIdLst>
  <p:txStyles>
    <p:titleStyle>
      <a:lvl1pPr algn="ctr" defTabSz="5120640" rtl="0" eaLnBrk="1" latinLnBrk="0" hangingPunct="1">
        <a:spcBef>
          <a:spcPct val="0"/>
        </a:spcBef>
        <a:buNone/>
        <a:defRPr sz="10265" kern="1200">
          <a:solidFill>
            <a:schemeClr val="bg1"/>
          </a:solidFill>
          <a:latin typeface="Trebuchet MS" panose="020B0603020202020204" pitchFamily="34" charset="0"/>
          <a:ea typeface="+mj-ea"/>
          <a:cs typeface="+mj-cs"/>
        </a:defRPr>
      </a:lvl1pPr>
    </p:titleStyle>
    <p:bodyStyle>
      <a:lvl1pPr marL="1920240" indent="-1920240" algn="l" defTabSz="5120640" rtl="0" eaLnBrk="1" latinLnBrk="0" hangingPunct="1">
        <a:spcBef>
          <a:spcPct val="20000"/>
        </a:spcBef>
        <a:buFont typeface="Arial" panose="020B0704020202020204" pitchFamily="34" charset="0"/>
        <a:buChar char="•"/>
        <a:defRPr sz="17965" kern="1200">
          <a:solidFill>
            <a:schemeClr val="tx1"/>
          </a:solidFill>
          <a:latin typeface="+mn-lt"/>
          <a:ea typeface="+mn-ea"/>
          <a:cs typeface="+mn-cs"/>
        </a:defRPr>
      </a:lvl1pPr>
      <a:lvl2pPr marL="4160520" indent="-1600200" algn="l" defTabSz="5120640" rtl="0" eaLnBrk="1" latinLnBrk="0" hangingPunct="1">
        <a:spcBef>
          <a:spcPct val="20000"/>
        </a:spcBef>
        <a:buFont typeface="Arial" panose="020B0704020202020204" pitchFamily="34" charset="0"/>
        <a:buChar char="–"/>
        <a:defRPr sz="15750" kern="1200">
          <a:solidFill>
            <a:schemeClr val="tx1"/>
          </a:solidFill>
          <a:latin typeface="+mn-lt"/>
          <a:ea typeface="+mn-ea"/>
          <a:cs typeface="+mn-cs"/>
        </a:defRPr>
      </a:lvl2pPr>
      <a:lvl3pPr marL="6400800" indent="-1280160" algn="l" defTabSz="5120640" rtl="0" eaLnBrk="1" latinLnBrk="0" hangingPunct="1">
        <a:spcBef>
          <a:spcPct val="20000"/>
        </a:spcBef>
        <a:buFont typeface="Arial" panose="020B0704020202020204" pitchFamily="34" charset="0"/>
        <a:buChar char="•"/>
        <a:defRPr sz="13535" kern="1200">
          <a:solidFill>
            <a:schemeClr val="tx1"/>
          </a:solidFill>
          <a:latin typeface="+mn-lt"/>
          <a:ea typeface="+mn-ea"/>
          <a:cs typeface="+mn-cs"/>
        </a:defRPr>
      </a:lvl3pPr>
      <a:lvl4pPr marL="8961120" indent="-1280160" algn="l" defTabSz="5120640" rtl="0" eaLnBrk="1" latinLnBrk="0" hangingPunct="1">
        <a:spcBef>
          <a:spcPct val="20000"/>
        </a:spcBef>
        <a:buFont typeface="Arial" panose="020B0704020202020204" pitchFamily="34" charset="0"/>
        <a:buChar char="–"/>
        <a:defRPr sz="11200" kern="1200">
          <a:solidFill>
            <a:schemeClr val="tx1"/>
          </a:solidFill>
          <a:latin typeface="+mn-lt"/>
          <a:ea typeface="+mn-ea"/>
          <a:cs typeface="+mn-cs"/>
        </a:defRPr>
      </a:lvl4pPr>
      <a:lvl5pPr marL="11521440" indent="-1280160" algn="l" defTabSz="5120640" rtl="0" eaLnBrk="1" latinLnBrk="0" hangingPunct="1">
        <a:spcBef>
          <a:spcPct val="20000"/>
        </a:spcBef>
        <a:buFont typeface="Arial" panose="020B0704020202020204" pitchFamily="34" charset="0"/>
        <a:buChar char="»"/>
        <a:defRPr sz="11200" kern="1200">
          <a:solidFill>
            <a:schemeClr val="tx1"/>
          </a:solidFill>
          <a:latin typeface="+mn-lt"/>
          <a:ea typeface="+mn-ea"/>
          <a:cs typeface="+mn-cs"/>
        </a:defRPr>
      </a:lvl5pPr>
      <a:lvl6pPr marL="14081760" indent="-1280160" algn="l" defTabSz="5120640" rtl="0" eaLnBrk="1" latinLnBrk="0" hangingPunct="1">
        <a:spcBef>
          <a:spcPct val="20000"/>
        </a:spcBef>
        <a:buFont typeface="Arial" panose="020B0704020202020204" pitchFamily="34" charset="0"/>
        <a:buChar char="•"/>
        <a:defRPr sz="11200" kern="1200">
          <a:solidFill>
            <a:schemeClr val="tx1"/>
          </a:solidFill>
          <a:latin typeface="+mn-lt"/>
          <a:ea typeface="+mn-ea"/>
          <a:cs typeface="+mn-cs"/>
        </a:defRPr>
      </a:lvl6pPr>
      <a:lvl7pPr marL="16641445" indent="-1280160" algn="l" defTabSz="5120640" rtl="0" eaLnBrk="1" latinLnBrk="0" hangingPunct="1">
        <a:spcBef>
          <a:spcPct val="20000"/>
        </a:spcBef>
        <a:buFont typeface="Arial" panose="020B0704020202020204" pitchFamily="34" charset="0"/>
        <a:buChar char="•"/>
        <a:defRPr sz="11200" kern="1200">
          <a:solidFill>
            <a:schemeClr val="tx1"/>
          </a:solidFill>
          <a:latin typeface="+mn-lt"/>
          <a:ea typeface="+mn-ea"/>
          <a:cs typeface="+mn-cs"/>
        </a:defRPr>
      </a:lvl7pPr>
      <a:lvl8pPr marL="19201765" indent="-1280160" algn="l" defTabSz="5120640" rtl="0" eaLnBrk="1" latinLnBrk="0" hangingPunct="1">
        <a:spcBef>
          <a:spcPct val="20000"/>
        </a:spcBef>
        <a:buFont typeface="Arial" panose="020B0704020202020204" pitchFamily="34" charset="0"/>
        <a:buChar char="•"/>
        <a:defRPr sz="11200" kern="1200">
          <a:solidFill>
            <a:schemeClr val="tx1"/>
          </a:solidFill>
          <a:latin typeface="+mn-lt"/>
          <a:ea typeface="+mn-ea"/>
          <a:cs typeface="+mn-cs"/>
        </a:defRPr>
      </a:lvl8pPr>
      <a:lvl9pPr marL="21762085" indent="-1280160" algn="l" defTabSz="5120640" rtl="0" eaLnBrk="1" latinLnBrk="0" hangingPunct="1">
        <a:spcBef>
          <a:spcPct val="20000"/>
        </a:spcBef>
        <a:buFont typeface="Arial" panose="020B0704020202020204" pitchFamily="34" charset="0"/>
        <a:buChar char="•"/>
        <a:defRPr sz="11200" kern="1200">
          <a:solidFill>
            <a:schemeClr val="tx1"/>
          </a:solidFill>
          <a:latin typeface="+mn-lt"/>
          <a:ea typeface="+mn-ea"/>
          <a:cs typeface="+mn-cs"/>
        </a:defRPr>
      </a:lvl9pPr>
    </p:bodyStyle>
    <p:otherStyle>
      <a:defPPr>
        <a:defRPr lang="en-US"/>
      </a:defPPr>
      <a:lvl1pPr marL="0" algn="l" defTabSz="5120640" rtl="0" eaLnBrk="1" latinLnBrk="0" hangingPunct="1">
        <a:defRPr sz="10035" kern="1200">
          <a:solidFill>
            <a:schemeClr val="tx1"/>
          </a:solidFill>
          <a:latin typeface="+mn-lt"/>
          <a:ea typeface="+mn-ea"/>
          <a:cs typeface="+mn-cs"/>
        </a:defRPr>
      </a:lvl1pPr>
      <a:lvl2pPr marL="2560320" algn="l" defTabSz="5120640" rtl="0" eaLnBrk="1" latinLnBrk="0" hangingPunct="1">
        <a:defRPr sz="10035" kern="1200">
          <a:solidFill>
            <a:schemeClr val="tx1"/>
          </a:solidFill>
          <a:latin typeface="+mn-lt"/>
          <a:ea typeface="+mn-ea"/>
          <a:cs typeface="+mn-cs"/>
        </a:defRPr>
      </a:lvl2pPr>
      <a:lvl3pPr marL="5120640" algn="l" defTabSz="5120640" rtl="0" eaLnBrk="1" latinLnBrk="0" hangingPunct="1">
        <a:defRPr sz="10035" kern="1200">
          <a:solidFill>
            <a:schemeClr val="tx1"/>
          </a:solidFill>
          <a:latin typeface="+mn-lt"/>
          <a:ea typeface="+mn-ea"/>
          <a:cs typeface="+mn-cs"/>
        </a:defRPr>
      </a:lvl3pPr>
      <a:lvl4pPr marL="7680960" algn="l" defTabSz="5120640" rtl="0" eaLnBrk="1" latinLnBrk="0" hangingPunct="1">
        <a:defRPr sz="10035" kern="1200">
          <a:solidFill>
            <a:schemeClr val="tx1"/>
          </a:solidFill>
          <a:latin typeface="+mn-lt"/>
          <a:ea typeface="+mn-ea"/>
          <a:cs typeface="+mn-cs"/>
        </a:defRPr>
      </a:lvl4pPr>
      <a:lvl5pPr marL="10241280" algn="l" defTabSz="5120640" rtl="0" eaLnBrk="1" latinLnBrk="0" hangingPunct="1">
        <a:defRPr sz="10035" kern="1200">
          <a:solidFill>
            <a:schemeClr val="tx1"/>
          </a:solidFill>
          <a:latin typeface="+mn-lt"/>
          <a:ea typeface="+mn-ea"/>
          <a:cs typeface="+mn-cs"/>
        </a:defRPr>
      </a:lvl5pPr>
      <a:lvl6pPr marL="12801600" algn="l" defTabSz="5120640" rtl="0" eaLnBrk="1" latinLnBrk="0" hangingPunct="1">
        <a:defRPr sz="10035" kern="1200">
          <a:solidFill>
            <a:schemeClr val="tx1"/>
          </a:solidFill>
          <a:latin typeface="+mn-lt"/>
          <a:ea typeface="+mn-ea"/>
          <a:cs typeface="+mn-cs"/>
        </a:defRPr>
      </a:lvl6pPr>
      <a:lvl7pPr marL="15361285" algn="l" defTabSz="5120640" rtl="0" eaLnBrk="1" latinLnBrk="0" hangingPunct="1">
        <a:defRPr sz="10035" kern="1200">
          <a:solidFill>
            <a:schemeClr val="tx1"/>
          </a:solidFill>
          <a:latin typeface="+mn-lt"/>
          <a:ea typeface="+mn-ea"/>
          <a:cs typeface="+mn-cs"/>
        </a:defRPr>
      </a:lvl7pPr>
      <a:lvl8pPr marL="17921605" algn="l" defTabSz="5120640" rtl="0" eaLnBrk="1" latinLnBrk="0" hangingPunct="1">
        <a:defRPr sz="10035" kern="1200">
          <a:solidFill>
            <a:schemeClr val="tx1"/>
          </a:solidFill>
          <a:latin typeface="+mn-lt"/>
          <a:ea typeface="+mn-ea"/>
          <a:cs typeface="+mn-cs"/>
        </a:defRPr>
      </a:lvl8pPr>
      <a:lvl9pPr marL="20481925" algn="l" defTabSz="5120640" rtl="0" eaLnBrk="1" latinLnBrk="0" hangingPunct="1">
        <a:defRPr sz="1003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image" Target="../media/image15.png"/><Relationship Id="rId6" Type="http://schemas.openxmlformats.org/officeDocument/2006/relationships/image" Target="../media/image14.jpeg"/><Relationship Id="rId5" Type="http://schemas.openxmlformats.org/officeDocument/2006/relationships/image" Target="../media/image13.png"/><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BF9F9"/>
        </a:solidFill>
        <a:effectLst/>
      </p:bgPr>
    </p:bg>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542925" y="6379845"/>
            <a:ext cx="11977370" cy="7552055"/>
          </a:xfrm>
        </p:spPr>
        <p:txBody>
          <a:bodyPr>
            <a:noAutofit/>
          </a:bodyPr>
          <a:lstStyle/>
          <a:p>
            <a:r>
              <a:rPr lang="en-US" altLang="en-US" sz="4000"/>
              <a:t>Palbociclib is a CDK4/6 inhibitor applied in treatment of HER-/HR+ breast cancer, but complications of palbociclib use include high inter-patient pharmacokinetic variability (CV 40%), and high incidence of Grade 3/4 neutropenia (66%). The existing guidelines imply that the dose can only be decreased in the following effect of toxicity. The aim of the study was the evaluation of clinical utility and cost-effectiveness of Therapeutic Drug Monitoring (TDM) as directed dosing strategy, in reducing the incidence of elevated neutropenia levels, versus conventional fixed dosing.</a:t>
            </a:r>
            <a:endParaRPr lang="en-US" altLang="en-US" sz="4000"/>
          </a:p>
        </p:txBody>
      </p:sp>
      <p:sp>
        <p:nvSpPr>
          <p:cNvPr id="3" name="Text Placeholder 2"/>
          <p:cNvSpPr>
            <a:spLocks noGrp="1"/>
          </p:cNvSpPr>
          <p:nvPr>
            <p:ph type="body" sz="quarter" idx="11"/>
          </p:nvPr>
        </p:nvSpPr>
        <p:spPr>
          <a:xfrm>
            <a:off x="715645" y="5535930"/>
            <a:ext cx="10273030" cy="881380"/>
          </a:xfrm>
        </p:spPr>
        <p:txBody>
          <a:bodyPr>
            <a:noAutofit/>
          </a:bodyPr>
          <a:lstStyle/>
          <a:p>
            <a:r>
              <a:rPr lang="en-US" sz="4000"/>
              <a:t>INTRODUCTION</a:t>
            </a:r>
            <a:endParaRPr lang="en-US" sz="4000"/>
          </a:p>
        </p:txBody>
      </p:sp>
      <p:sp>
        <p:nvSpPr>
          <p:cNvPr id="4" name="Text Placeholder 3"/>
          <p:cNvSpPr>
            <a:spLocks noGrp="1"/>
          </p:cNvSpPr>
          <p:nvPr>
            <p:ph type="body" sz="quarter" idx="20"/>
          </p:nvPr>
        </p:nvSpPr>
        <p:spPr>
          <a:xfrm>
            <a:off x="533400" y="14212514"/>
            <a:ext cx="12001499" cy="796925"/>
          </a:xfrm>
        </p:spPr>
        <p:txBody>
          <a:bodyPr/>
          <a:lstStyle/>
          <a:p>
            <a:r>
              <a:rPr lang="en-US" sz="4000"/>
              <a:t>OBJECTIVES</a:t>
            </a:r>
            <a:endParaRPr lang="en-US" sz="4000"/>
          </a:p>
        </p:txBody>
      </p:sp>
      <p:sp>
        <p:nvSpPr>
          <p:cNvPr id="5" name="Text Placeholder 4"/>
          <p:cNvSpPr>
            <a:spLocks noGrp="1"/>
          </p:cNvSpPr>
          <p:nvPr>
            <p:ph type="body" sz="quarter" idx="21"/>
          </p:nvPr>
        </p:nvSpPr>
        <p:spPr>
          <a:xfrm>
            <a:off x="542290" y="20709255"/>
            <a:ext cx="11607165" cy="10425430"/>
          </a:xfrm>
        </p:spPr>
        <p:txBody>
          <a:bodyPr>
            <a:noAutofit/>
          </a:bodyPr>
          <a:lstStyle/>
          <a:p>
            <a:r>
              <a:rPr lang="en-US" altLang="en-US" sz="4000"/>
              <a:t>In order to test the validated semi-mechanistic, population pharmacokinetic/population pharmacodynamic (PK/PD) model with a logistic component describing exposure-toxicity, we ran a Monte Carlo simulation (n=1000) with a set seed to reproducibly simulate the model. We selected a one-compartment model (first-order absorption ka =0.187), lag time=0.5 hrs and standard model variables based on the literature consensus including Clearance (58.3 litres/hr) and Volume (1580 litres). The PALOMA-2 clinical trial was used to calibrate the virtual population since it justified the lack of clinical data. The primary intervention utilized TDM guided dose reduction (125 mg to 100 mg) in patients with trough Cmin &gt;= 100 ng/mL, which is a dose identified as having severe hematologic toxicity. </a:t>
            </a:r>
            <a:endParaRPr lang="en-US" altLang="en-US" sz="4000"/>
          </a:p>
        </p:txBody>
      </p:sp>
      <p:sp>
        <p:nvSpPr>
          <p:cNvPr id="6" name="Text Placeholder 5"/>
          <p:cNvSpPr>
            <a:spLocks noGrp="1"/>
          </p:cNvSpPr>
          <p:nvPr>
            <p:ph type="body" sz="quarter" idx="22"/>
          </p:nvPr>
        </p:nvSpPr>
        <p:spPr>
          <a:xfrm>
            <a:off x="715645" y="19797395"/>
            <a:ext cx="11607165" cy="1015365"/>
          </a:xfrm>
        </p:spPr>
        <p:txBody>
          <a:bodyPr>
            <a:noAutofit/>
          </a:bodyPr>
          <a:lstStyle/>
          <a:p>
            <a:r>
              <a:rPr lang="en-US" sz="4000"/>
              <a:t>METHODS</a:t>
            </a:r>
            <a:endParaRPr lang="en-US" sz="4000"/>
          </a:p>
        </p:txBody>
      </p:sp>
      <p:sp>
        <p:nvSpPr>
          <p:cNvPr id="7" name="Text Placeholder 6"/>
          <p:cNvSpPr>
            <a:spLocks noGrp="1"/>
          </p:cNvSpPr>
          <p:nvPr>
            <p:ph type="body" sz="quarter" idx="23"/>
          </p:nvPr>
        </p:nvSpPr>
        <p:spPr>
          <a:xfrm>
            <a:off x="26147395" y="21333460"/>
            <a:ext cx="11764645" cy="10425430"/>
          </a:xfrm>
        </p:spPr>
        <p:txBody>
          <a:bodyPr>
            <a:noAutofit/>
          </a:bodyPr>
          <a:lstStyle/>
          <a:p>
            <a:r>
              <a:rPr lang="en-US" altLang="en-US" sz="4000"/>
              <a:t>The baseline means of toxicity of PALOMA-2 were recreated with 65.9% toxicity in the standard dose arm in TDM (66.4% in PALOMA-2).Firstly, Grade 3/4 neutropenia has lower incidence in the TDM (incidence of 50.2% with toxicity) which contributed to lower incidence of toxicity in the TDM as compared to PALOMA-2 incidence of 66.4%. Secondly, the number of patients meeting the dose reduction criteria is nearly 36.4% which will be consistent with the real world prescribing patterns and therefore will justify our methodology even more. The costs caused by TDM in the healthcare system led to a net cost savings of about $3.4-8.5 M per 1000 patients, most of the net cost savings were made up of cost saved on neutropenia that neutralized the cost of the testing assay.</a:t>
            </a:r>
            <a:endParaRPr lang="en-US" altLang="en-US" sz="4000"/>
          </a:p>
        </p:txBody>
      </p:sp>
      <p:sp>
        <p:nvSpPr>
          <p:cNvPr id="8" name="Text Placeholder 7"/>
          <p:cNvSpPr>
            <a:spLocks noGrp="1"/>
          </p:cNvSpPr>
          <p:nvPr>
            <p:ph type="body" sz="quarter" idx="24"/>
          </p:nvPr>
        </p:nvSpPr>
        <p:spPr>
          <a:xfrm>
            <a:off x="26523315" y="20299045"/>
            <a:ext cx="11908790" cy="988060"/>
          </a:xfrm>
        </p:spPr>
        <p:txBody>
          <a:bodyPr>
            <a:noAutofit/>
          </a:bodyPr>
          <a:lstStyle/>
          <a:p>
            <a:r>
              <a:rPr lang="en-US" sz="4000"/>
              <a:t>RESULTS</a:t>
            </a:r>
            <a:endParaRPr lang="en-US" sz="4000"/>
          </a:p>
        </p:txBody>
      </p:sp>
      <p:sp>
        <p:nvSpPr>
          <p:cNvPr id="9" name="Text Placeholder 8"/>
          <p:cNvSpPr>
            <a:spLocks noGrp="1"/>
          </p:cNvSpPr>
          <p:nvPr>
            <p:ph type="body" sz="quarter" idx="25"/>
          </p:nvPr>
        </p:nvSpPr>
        <p:spPr>
          <a:xfrm>
            <a:off x="39085520" y="5655310"/>
            <a:ext cx="11606530" cy="666115"/>
          </a:xfrm>
        </p:spPr>
        <p:txBody>
          <a:bodyPr>
            <a:noAutofit/>
          </a:bodyPr>
          <a:lstStyle/>
          <a:p>
            <a:r>
              <a:rPr lang="en-US" sz="4000"/>
              <a:t>CONCLUSION</a:t>
            </a:r>
            <a:endParaRPr lang="en-US" sz="4000"/>
          </a:p>
        </p:txBody>
      </p:sp>
      <p:sp>
        <p:nvSpPr>
          <p:cNvPr id="10" name="Text Placeholder 9"/>
          <p:cNvSpPr>
            <a:spLocks noGrp="1"/>
          </p:cNvSpPr>
          <p:nvPr>
            <p:ph type="body" sz="quarter" idx="26"/>
          </p:nvPr>
        </p:nvSpPr>
        <p:spPr>
          <a:xfrm>
            <a:off x="38715950" y="6340475"/>
            <a:ext cx="11976735" cy="7207250"/>
          </a:xfrm>
        </p:spPr>
        <p:txBody>
          <a:bodyPr>
            <a:noAutofit/>
          </a:bodyPr>
          <a:lstStyle/>
          <a:p>
            <a:r>
              <a:rPr lang="en-US" altLang="en-US" sz="4000"/>
              <a:t>Although wait and treat is the standard, TDM-informed palbociclib dosing leading to reduced incidence of severe neutropenia suggests that TDM-based dosing is a viable rational alternative and lowers the chance of severe neutropenia. As it can be used to determine the patients at risk of developing a toxicity prior to its occurrence, the Model Informed Precision Dosing or MIPD methodology may result in a substantial reduction in costs and has tangible concord with the reported safety results in pivotal clinical trials. </a:t>
            </a:r>
            <a:endParaRPr lang="en-US" altLang="en-US" sz="4000"/>
          </a:p>
        </p:txBody>
      </p:sp>
      <p:sp>
        <p:nvSpPr>
          <p:cNvPr id="11" name="Text Placeholder 10"/>
          <p:cNvSpPr>
            <a:spLocks noGrp="1"/>
          </p:cNvSpPr>
          <p:nvPr>
            <p:ph type="body" sz="quarter" idx="27"/>
          </p:nvPr>
        </p:nvSpPr>
        <p:spPr>
          <a:xfrm>
            <a:off x="38937565" y="22007830"/>
            <a:ext cx="11764645" cy="988060"/>
          </a:xfrm>
        </p:spPr>
        <p:txBody>
          <a:bodyPr>
            <a:noAutofit/>
          </a:bodyPr>
          <a:lstStyle/>
          <a:p>
            <a:r>
              <a:rPr lang="en-US" sz="4000"/>
              <a:t>REFRENCES</a:t>
            </a:r>
            <a:endParaRPr lang="en-US" sz="4000"/>
          </a:p>
        </p:txBody>
      </p:sp>
      <p:sp>
        <p:nvSpPr>
          <p:cNvPr id="12" name="Text Placeholder 11"/>
          <p:cNvSpPr>
            <a:spLocks noGrp="1"/>
          </p:cNvSpPr>
          <p:nvPr>
            <p:ph type="body" sz="quarter" idx="28"/>
          </p:nvPr>
        </p:nvSpPr>
        <p:spPr>
          <a:xfrm>
            <a:off x="39099490" y="23111460"/>
            <a:ext cx="11589385" cy="4214495"/>
          </a:xfrm>
        </p:spPr>
        <p:txBody>
          <a:bodyPr>
            <a:noAutofit/>
          </a:bodyPr>
          <a:lstStyle/>
          <a:p>
            <a:pPr algn="l"/>
            <a:r>
              <a:rPr lang="en-US" altLang="en-US" sz="4000"/>
              <a:t>github.com/mohammadbisamaliaslam-pharmadocx/palbociclib-pkpd-simulation/tree/main</a:t>
            </a:r>
            <a:endParaRPr lang="en-US" altLang="en-US" sz="4000"/>
          </a:p>
        </p:txBody>
      </p:sp>
      <p:sp>
        <p:nvSpPr>
          <p:cNvPr id="15" name="Text Placeholder 14"/>
          <p:cNvSpPr>
            <a:spLocks noGrp="1"/>
          </p:cNvSpPr>
          <p:nvPr>
            <p:ph type="body" sz="quarter" idx="96"/>
          </p:nvPr>
        </p:nvSpPr>
        <p:spPr>
          <a:xfrm>
            <a:off x="529590" y="15000605"/>
            <a:ext cx="12005310" cy="5144770"/>
          </a:xfrm>
        </p:spPr>
        <p:txBody>
          <a:bodyPr>
            <a:noAutofit/>
          </a:bodyPr>
          <a:lstStyle/>
          <a:p>
            <a:r>
              <a:rPr lang="en-US" altLang="en-US" sz="4000"/>
              <a:t>A comprehensive Monte Carlo simulation package for population pharmacokinetic/ pharmacodynamic (PK/PD) modeling and health economic evaluation of therapeutic drug monitoring (TDM)-guided palbociclib dosing in patients with hormone receptor-positive HER2-negative metastatic breast cancer.</a:t>
            </a:r>
            <a:endParaRPr lang="en-US" altLang="en-US" sz="4000"/>
          </a:p>
        </p:txBody>
      </p:sp>
      <p:sp>
        <p:nvSpPr>
          <p:cNvPr id="16" name="Text Placeholder 15"/>
          <p:cNvSpPr>
            <a:spLocks noGrp="1"/>
          </p:cNvSpPr>
          <p:nvPr>
            <p:ph type="body" sz="quarter" idx="150"/>
          </p:nvPr>
        </p:nvSpPr>
        <p:spPr>
          <a:xfrm>
            <a:off x="6705611" y="3407994"/>
            <a:ext cx="37947579" cy="666115"/>
          </a:xfrm>
        </p:spPr>
        <p:txBody>
          <a:bodyPr/>
          <a:lstStyle/>
          <a:p>
            <a:r>
              <a:rPr lang="en-US"/>
              <a:t>3rd Year PharmD, Akhtar Saeed College of Pharmacy (ASCP) Rawalpindi , Pakistan</a:t>
            </a:r>
            <a:endParaRPr lang="en-US"/>
          </a:p>
        </p:txBody>
      </p:sp>
      <p:sp>
        <p:nvSpPr>
          <p:cNvPr id="17" name="Text Placeholder 16"/>
          <p:cNvSpPr>
            <a:spLocks noGrp="1"/>
          </p:cNvSpPr>
          <p:nvPr>
            <p:ph type="body" sz="quarter" idx="151"/>
          </p:nvPr>
        </p:nvSpPr>
        <p:spPr>
          <a:xfrm>
            <a:off x="6705611" y="2337065"/>
            <a:ext cx="37947579" cy="882015"/>
          </a:xfrm>
        </p:spPr>
        <p:txBody>
          <a:bodyPr/>
          <a:lstStyle/>
          <a:p>
            <a:r>
              <a:rPr lang="en-US"/>
              <a:t>Mohammad Bisam Ali Aslam</a:t>
            </a:r>
            <a:endParaRPr lang="en-US"/>
          </a:p>
        </p:txBody>
      </p:sp>
      <p:sp>
        <p:nvSpPr>
          <p:cNvPr id="18" name="Text Placeholder 17"/>
          <p:cNvSpPr>
            <a:spLocks noGrp="1"/>
          </p:cNvSpPr>
          <p:nvPr>
            <p:ph type="body" sz="quarter" idx="153"/>
          </p:nvPr>
        </p:nvSpPr>
        <p:spPr>
          <a:xfrm>
            <a:off x="6705600" y="635"/>
            <a:ext cx="37947600" cy="3078480"/>
          </a:xfrm>
        </p:spPr>
        <p:txBody>
          <a:bodyPr>
            <a:noAutofit/>
          </a:bodyPr>
          <a:lstStyle/>
          <a:p>
            <a:r>
              <a:rPr lang="en-US" altLang="en-US"/>
              <a:t>Clinico-economic Effect of therapeutic drug monitoring of Palbociclib - A PALOMA Calibrated pK pD Simulation</a:t>
            </a:r>
            <a:endParaRPr lang="en-US" altLang="en-US"/>
          </a:p>
        </p:txBody>
      </p:sp>
      <p:sp>
        <p:nvSpPr>
          <p:cNvPr id="20" name="Text Box 19"/>
          <p:cNvSpPr txBox="1"/>
          <p:nvPr/>
        </p:nvSpPr>
        <p:spPr>
          <a:xfrm>
            <a:off x="13891260" y="6417310"/>
            <a:ext cx="10273665" cy="9512300"/>
          </a:xfrm>
          <a:prstGeom prst="rect">
            <a:avLst/>
          </a:prstGeom>
          <a:noFill/>
        </p:spPr>
        <p:txBody>
          <a:bodyPr wrap="square" rtlCol="0" anchor="t">
            <a:noAutofit/>
          </a:bodyPr>
          <a:p>
            <a:r>
              <a:rPr lang="en-US" altLang="en-US" sz="4000">
                <a:solidFill>
                  <a:srgbClr val="203864"/>
                </a:solidFill>
                <a:sym typeface="+mn-ea"/>
              </a:rPr>
              <a:t>This conservative Cmin threshold was chosen because no patient data was available. To model the Exposure-Response Relationship Hill Model was selected because this was more adjusted to the PALOMA trial data. The primary results included the percentage G 3/4 neutropenia and Number Needed to Treat (NNT) to prevent 1 cases of the severe neutropenia. And the secondary outcomes were dose reduction rate and net cost impact which were dominated by the cost of drug acquisition, toxicity management cost, ($22,839/event), and TDM test cost, ($150-300/assay)</a:t>
            </a:r>
            <a:r>
              <a:rPr lang="en-US" altLang="en-US" sz="4000">
                <a:solidFill>
                  <a:schemeClr val="accent1">
                    <a:lumMod val="75000"/>
                  </a:schemeClr>
                </a:solidFill>
                <a:sym typeface="+mn-ea"/>
              </a:rPr>
              <a:t>.</a:t>
            </a:r>
            <a:endParaRPr lang="en-US" altLang="en-US" sz="4000" dirty="0">
              <a:solidFill>
                <a:schemeClr val="accent1">
                  <a:lumMod val="75000"/>
                </a:schemeClr>
              </a:solidFill>
              <a:latin typeface="Times New Roman" panose="02020603050405020304" pitchFamily="18" charset="0"/>
              <a:cs typeface="Times New Roman" panose="02020603050405020304" pitchFamily="18" charset="0"/>
              <a:sym typeface="+mn-ea"/>
            </a:endParaRPr>
          </a:p>
        </p:txBody>
      </p:sp>
      <p:pic>
        <p:nvPicPr>
          <p:cNvPr id="21" name="Picture 20" descr="01_Risk_Reduction"/>
          <p:cNvPicPr>
            <a:picLocks noChangeAspect="1"/>
          </p:cNvPicPr>
          <p:nvPr/>
        </p:nvPicPr>
        <p:blipFill>
          <a:blip r:embed="rId1"/>
          <a:stretch>
            <a:fillRect/>
          </a:stretch>
        </p:blipFill>
        <p:spPr>
          <a:xfrm>
            <a:off x="39447470" y="13698220"/>
            <a:ext cx="10253345" cy="6962140"/>
          </a:xfrm>
          <a:prstGeom prst="rect">
            <a:avLst/>
          </a:prstGeom>
        </p:spPr>
      </p:pic>
      <p:pic>
        <p:nvPicPr>
          <p:cNvPr id="22" name="Picture 21" descr="02_Cmin_Distribution"/>
          <p:cNvPicPr>
            <a:picLocks noChangeAspect="1"/>
          </p:cNvPicPr>
          <p:nvPr/>
        </p:nvPicPr>
        <p:blipFill>
          <a:blip r:embed="rId2"/>
          <a:stretch>
            <a:fillRect/>
          </a:stretch>
        </p:blipFill>
        <p:spPr>
          <a:xfrm>
            <a:off x="14218920" y="15929610"/>
            <a:ext cx="10032365" cy="6962140"/>
          </a:xfrm>
          <a:prstGeom prst="rect">
            <a:avLst/>
          </a:prstGeom>
        </p:spPr>
      </p:pic>
      <p:pic>
        <p:nvPicPr>
          <p:cNvPr id="26" name="Picture 25" descr="03_NNT_Visual"/>
          <p:cNvPicPr>
            <a:picLocks noChangeAspect="1"/>
          </p:cNvPicPr>
          <p:nvPr/>
        </p:nvPicPr>
        <p:blipFill>
          <a:blip r:embed="rId3"/>
          <a:stretch>
            <a:fillRect/>
          </a:stretch>
        </p:blipFill>
        <p:spPr>
          <a:xfrm>
            <a:off x="26611580" y="6417310"/>
            <a:ext cx="10274300" cy="6177280"/>
          </a:xfrm>
          <a:prstGeom prst="rect">
            <a:avLst/>
          </a:prstGeom>
        </p:spPr>
      </p:pic>
      <p:pic>
        <p:nvPicPr>
          <p:cNvPr id="27" name="Picture 26" descr="06_Cases_Prevented"/>
          <p:cNvPicPr>
            <a:picLocks noChangeAspect="1"/>
          </p:cNvPicPr>
          <p:nvPr/>
        </p:nvPicPr>
        <p:blipFill>
          <a:blip r:embed="rId4"/>
          <a:stretch>
            <a:fillRect/>
          </a:stretch>
        </p:blipFill>
        <p:spPr>
          <a:xfrm>
            <a:off x="26678890" y="13336905"/>
            <a:ext cx="10033000" cy="6458585"/>
          </a:xfrm>
          <a:prstGeom prst="rect">
            <a:avLst/>
          </a:prstGeom>
        </p:spPr>
      </p:pic>
      <p:pic>
        <p:nvPicPr>
          <p:cNvPr id="28" name="Picture 27" descr="05_Dose_Adjustment"/>
          <p:cNvPicPr>
            <a:picLocks noChangeAspect="1"/>
          </p:cNvPicPr>
          <p:nvPr/>
        </p:nvPicPr>
        <p:blipFill>
          <a:blip r:embed="rId5"/>
          <a:stretch>
            <a:fillRect/>
          </a:stretch>
        </p:blipFill>
        <p:spPr>
          <a:xfrm>
            <a:off x="14319250" y="23813770"/>
            <a:ext cx="9975215" cy="6962775"/>
          </a:xfrm>
          <a:prstGeom prst="rect">
            <a:avLst/>
          </a:prstGeom>
        </p:spPr>
      </p:pic>
      <p:pic>
        <p:nvPicPr>
          <p:cNvPr id="29" name="Picture 28" descr="Untitled"/>
          <p:cNvPicPr>
            <a:picLocks noChangeAspect="1"/>
          </p:cNvPicPr>
          <p:nvPr/>
        </p:nvPicPr>
        <p:blipFill>
          <a:blip r:embed="rId6"/>
          <a:stretch>
            <a:fillRect/>
          </a:stretch>
        </p:blipFill>
        <p:spPr>
          <a:xfrm>
            <a:off x="39418895" y="25353645"/>
            <a:ext cx="9390380" cy="6177280"/>
          </a:xfrm>
          <a:prstGeom prst="rect">
            <a:avLst/>
          </a:prstGeom>
        </p:spPr>
      </p:pic>
      <p:pic>
        <p:nvPicPr>
          <p:cNvPr id="31" name="Picture 30" descr="ASHP_05_PERFECT_Economics"/>
          <p:cNvPicPr>
            <a:picLocks noChangeAspect="1"/>
          </p:cNvPicPr>
          <p:nvPr/>
        </p:nvPicPr>
        <p:blipFill>
          <a:blip r:embed="rId7"/>
          <a:stretch>
            <a:fillRect/>
          </a:stretch>
        </p:blipFill>
        <p:spPr>
          <a:xfrm>
            <a:off x="39140130" y="13602970"/>
            <a:ext cx="11320780" cy="7916545"/>
          </a:xfrm>
          <a:prstGeom prst="rect">
            <a:avLst/>
          </a:prstGeom>
        </p:spPr>
      </p:pic>
    </p:spTree>
  </p:cSld>
  <p:clrMapOvr>
    <a:masterClrMapping/>
  </p:clrMapOvr>
</p:sld>
</file>

<file path=ppt/theme/theme1.xml><?xml version="1.0" encoding="utf-8"?>
<a:theme xmlns:a="http://schemas.openxmlformats.org/drawingml/2006/main" name="4-column layout">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2-1-column layout">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column layout">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Minimal">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3846</Words>
  <Application>WPS Presentation</Application>
  <PresentationFormat>Custom</PresentationFormat>
  <Paragraphs>32</Paragraphs>
  <Slides>1</Slides>
  <Notes>0</Notes>
  <HiddenSlides>0</HiddenSlides>
  <MMClips>0</MMClips>
  <ScaleCrop>false</ScaleCrop>
  <HeadingPairs>
    <vt:vector size="6" baseType="variant">
      <vt:variant>
        <vt:lpstr>已用的字体</vt:lpstr>
      </vt:variant>
      <vt:variant>
        <vt:i4>17</vt:i4>
      </vt:variant>
      <vt:variant>
        <vt:lpstr>主题</vt:lpstr>
      </vt:variant>
      <vt:variant>
        <vt:i4>4</vt:i4>
      </vt:variant>
      <vt:variant>
        <vt:lpstr>幻灯片标题</vt:lpstr>
      </vt:variant>
      <vt:variant>
        <vt:i4>1</vt:i4>
      </vt:variant>
    </vt:vector>
  </HeadingPairs>
  <TitlesOfParts>
    <vt:vector size="22" baseType="lpstr">
      <vt:lpstr>Arial</vt:lpstr>
      <vt:lpstr>SimSun</vt:lpstr>
      <vt:lpstr>Wingdings</vt:lpstr>
      <vt:lpstr>Times New Roman</vt:lpstr>
      <vt:lpstr>Arial Black</vt:lpstr>
      <vt:lpstr>Trebuchet MS</vt:lpstr>
      <vt:lpstr>Arial</vt:lpstr>
      <vt:lpstr>Century Gothic</vt:lpstr>
      <vt:lpstr>苹方-简</vt:lpstr>
      <vt:lpstr>Calibri</vt:lpstr>
      <vt:lpstr>Helvetica Neue</vt:lpstr>
      <vt:lpstr>Microsoft YaHei</vt:lpstr>
      <vt:lpstr>汉仪旗黑</vt:lpstr>
      <vt:lpstr>Arial Unicode MS</vt:lpstr>
      <vt:lpstr>宋体-简</vt:lpstr>
      <vt:lpstr>Apple SD Gothic Neo</vt:lpstr>
      <vt:lpstr>Hiragino Kaku Gothic StdN</vt:lpstr>
      <vt:lpstr>4-column layout</vt:lpstr>
      <vt:lpstr>1-2-1-column layout</vt:lpstr>
      <vt:lpstr>3-column layout</vt:lpstr>
      <vt:lpstr>Minimal</vt:lpstr>
      <vt:lpstr>PowerPoint 演示文稿</vt:lpstr>
    </vt:vector>
  </TitlesOfParts>
  <Company>Canterbury Media Services, Inc.</Company>
  <LinksUpToDate>false</LinksUpToDate>
  <SharedDoc>false</SharedDoc>
  <HyperlinksChanged>false</HyperlinksChanged>
  <AppVersion>14.0000</AppVersion>
  <Manager>A. Kotoulas</Manager>
  <HyperlinkBase>https://www.posterpresentations.com/free-poster-templates.html</HyperlinkBase>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36x56 PowerPoint Presentation</dc:title>
  <dc:creator>PosterPresentations.com</dc:creator>
  <cp:keywords>36x56 Powerpoint poster template, scientific poster template, research poster template</cp:keywords>
  <dc:description>This template is the property of PosterPresentations.com. You are free to modify and print the template as needed, as long as the PosterPresentations.com watermark at the bottom left of the page is visible. Call us if you need help with this poster template. 1-866-649-3004 (c)PosterPresentations.com</dc:description>
  <dc:subject>Research poster presentation template</dc:subject>
  <cp:category>Research poster templates</cp:category>
  <cp:lastModifiedBy>mohammadbisam</cp:lastModifiedBy>
  <cp:revision>105</cp:revision>
  <dcterms:created xsi:type="dcterms:W3CDTF">2026-02-24T17:25:42Z</dcterms:created>
  <dcterms:modified xsi:type="dcterms:W3CDTF">2026-02-24T17:25:42Z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5EE1E831CF1E40CB15DF9D690D2A9D62_43</vt:lpwstr>
  </property>
  <property fmtid="{D5CDD505-2E9C-101B-9397-08002B2CF9AE}" pid="3" name="KSOProductBuildVer">
    <vt:lpwstr>1033-12.1.23155.23155</vt:lpwstr>
  </property>
</Properties>
</file>